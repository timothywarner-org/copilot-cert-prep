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7"/>
  </p:notesMasterIdLst>
  <p:sldIdLst>
    <p:sldId id="256" r:id="rId2"/>
    <p:sldId id="257" r:id="rId3"/>
    <p:sldId id="260" r:id="rId4"/>
    <p:sldId id="261" r:id="rId5"/>
    <p:sldId id="259" r:id="rId6"/>
    <p:sldId id="258" r:id="rId7"/>
    <p:sldId id="262" r:id="rId8"/>
    <p:sldId id="290" r:id="rId9"/>
    <p:sldId id="263" r:id="rId10"/>
    <p:sldId id="264" r:id="rId11"/>
    <p:sldId id="284" r:id="rId12"/>
    <p:sldId id="265" r:id="rId13"/>
    <p:sldId id="266" r:id="rId14"/>
    <p:sldId id="285" r:id="rId15"/>
    <p:sldId id="267" r:id="rId16"/>
    <p:sldId id="268" r:id="rId17"/>
    <p:sldId id="286" r:id="rId18"/>
    <p:sldId id="287" r:id="rId19"/>
    <p:sldId id="269" r:id="rId20"/>
    <p:sldId id="270" r:id="rId21"/>
    <p:sldId id="271" r:id="rId22"/>
    <p:sldId id="272" r:id="rId23"/>
    <p:sldId id="273" r:id="rId24"/>
    <p:sldId id="274" r:id="rId25"/>
    <p:sldId id="275" r:id="rId26"/>
    <p:sldId id="276" r:id="rId27"/>
    <p:sldId id="277" r:id="rId28"/>
    <p:sldId id="288" r:id="rId29"/>
    <p:sldId id="289" r:id="rId30"/>
    <p:sldId id="278" r:id="rId31"/>
    <p:sldId id="279" r:id="rId32"/>
    <p:sldId id="280" r:id="rId33"/>
    <p:sldId id="281" r:id="rId34"/>
    <p:sldId id="282" r:id="rId35"/>
    <p:sldId id="283" r:id="rId36"/>
  </p:sldIdLst>
  <p:sldSz cx="9144000" cy="5143500" type="screen16x9"/>
  <p:notesSz cx="6858000" cy="9144000"/>
  <p:embeddedFontLst>
    <p:embeddedFont>
      <p:font typeface="Poppins" panose="00000500000000000000" pitchFamily="2" charset="0"/>
      <p:regular r:id="rId38"/>
      <p:bold r:id="rId39"/>
      <p:italic r:id="rId40"/>
      <p:boldItalic r:id="rId41"/>
    </p:embeddedFont>
    <p:embeddedFont>
      <p:font typeface="Poppins SemiBold" panose="00000700000000000000" pitchFamily="2" charset="0"/>
      <p:regular r:id="rId42"/>
      <p:bold r:id="rId43"/>
      <p:italic r:id="rId44"/>
      <p:boldItalic r:id="rId4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BC36E57-C8FC-42D9-9C08-652FC2493DDB}">
  <a:tblStyle styleId="{2BC36E57-C8FC-42D9-9C08-652FC2493DDB}"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horzBarState="maximized">
    <p:restoredLeft sz="15620"/>
    <p:restoredTop sz="94660"/>
  </p:normalViewPr>
  <p:slideViewPr>
    <p:cSldViewPr snapToGrid="0" snapToObjects="1">
      <p:cViewPr varScale="1">
        <p:scale>
          <a:sx n="123" d="100"/>
          <a:sy n="123" d="100"/>
        </p:scale>
        <p:origin x="1596" y="60"/>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2.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5.fntdata"/><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font" Target="fonts/font3.fntdata"/><Relationship Id="rId45" Type="http://schemas.openxmlformats.org/officeDocument/2006/relationships/font" Target="fonts/font8.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6.fntdata"/><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1.fntdata"/><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Hello there, Tim Warner here. Welcome to Pass Your GitHub Copilot Certification Exam. We have four hours, and our job is to build useful judgment: validate what Copilot proposes, choose the right surface, supply useful context, and apply safeguards that actually cover the workflow. We will use original questions and practical evidence, not exam dumps. The public repository is our source for the activities and tonight's study. September 24, 2026, 9 a.m.-1 p.m. Central.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Keep the introduction brief. I teach from first principles and real examples. Invite learners to share their Copilot experience in chat. Establish that a no-account route exists for each activity. Show the repository before discussing setup problems.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All times are Central. Include five-minute breaks at 9:55, 10:55, and 11:55. Follow COURSE-PLAN.md for minute allocations. If discussion runs long, shorten governance enrichment rather than removing exam coverage or the mini mock. Source: https://www.oreilly.com/live-events/pass-your-github-copilot-certification-exam/0642572414696/0642572414689/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README.md and show the current course plan, CLASS-ACTIVITIES.md, quick reference, Cert Buddy instructions, and MINI-MOCK.md. Show GH-300-RESOURCE-LINKS.md as tonight's destination: every exam objective mapped to a verified Microsoft Learn or GitHub Docs page, so a weak domain becomes a reading list without searching. All of its links were checked over HTTP on September 23, 2026. The tips app and synthetic metrics demo need Node.js but no package installation. Tests use npm ci. Inspect repository hooks and MCP configuration before granting workspace trust. Use the current course plan for this class.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Baseline: skills measured August 7, 2026. The update is minor; the six domains and ranges remain. The current wording names agent mode, Copilot Edits, content exclusions, and suggestions matching public code filtering. Do not call August a completely new agent exam. Source: https://learn.microsoft.com/en-us/credentials/certifications/resources/study-guides/gh-300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Success means explaining a decision and demonstrating the check that supports it. Passing a course exercise is not a guarantee of passing the certification. Each core activity has a no-account route. Ask which outcome is most important to this group.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Use the three-legged study model: official learning, practical experience, and original practice questions support each other. A correct letter is not enough; explain why the other choices fail. Demonstrate how a missed question becomes a concrete practice task. Avoid leaked exam material.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Use the three-legged study model: official learning, practical experience, and original practice questions support each other. A correct letter is not enough; explain why the other choices fail. Demonstrate how a missed question becomes a concrete practice task. Avoid leaked exam material.</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341564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9:00-10:00 Central. Orientation and blueprint are part of this segment. Validate an intentionally flawed export, complete activity 1, take questions, and break for five minutes at 9:55. Return at 10:00.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Activity 1, 15 minutes: inspect the intentionally flawed Tailwind Traders export function in docs/CLASS-ACTIVITIES.md. fs.writeJsonSecure is fabricated. Discuss path traversal, data minimization, documented file APIs, error handling, and independent tests. Do not execute the flawed snippet. Human accountability remains even when the output is fluent. Source: https://learn.microsoft.com/en-us/training/modules/responsible-ai-with-github-copilot/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Segment 1. Microsoft and GitHub publish these six principles. Drill the pattern rather than the list: state the harm, then the mitigation that actually addresses it. Worked examples: unbalanced training data maps to fairness; a fabricated API maps to reliability and safety; a credential pasted into a prompt maps to privacy and security; an unexplained refusal maps to transparency. Do not let a learner select a comfortable principle label without connecting it to the stated risk. Accountability stays with the person who merges the change. Source: https://learn.microsoft.com/en-us/training/modules/responsible-ai-with-github-copilot/3-six-principles-of-responsible-ai</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10:00-11:00 Central. Compare the same task in Chat and CLI, demonstrate reusable prompt files, and complete activity 2. Include Q&amp;A and a five-minute break at 10:55.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Demonstrate one bounded request using the tips app. Explain the implementation before editing. Review the actual diff and commands. CLI installation for this course is npm install -g @github/copilot with Node.js 22+, followed by copilot and /login when needed. Do not teach the retired gh extension as the current CLI. Source: https://docs.github.com/en/copilot/how-tos/copilot-cli/set-up-copilot-cli/install-copilot-cli On the previous bullet version this slide listed: Inline: continue a bounded code expression; Chat: explain and compare with context; Agent: coordinate edits and tool use.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Segment 2. Installation for this course is npm install -g @github/copilot on Node.js 22 or later, then copilot; WinGet, Homebrew, and an install script are also documented. Plan mode has two documented entry points: the Shift+Tab toggle and the /plan command. Check which your installed build offers, and use /help to list the commands that version actually supports. Documented commands include /plan, /review, /security-review, /session, /resume, /context, /compact, /add-dir, /model, and /delegate for handing work to the cloud agent. Show @ file inclusion and /add-dir for directory access. Script generation, file edits, and command execution are documented capabilities; review each requested permission out loud. Content exclusion support is documented for Business and Enterprise. The current product is the standalone copilot binary; do not teach the retired gh copilot extension. Sources: https://docs.github.com/en/copilot/concepts/agents/copilot-cli/about-copilot-cli and https://docs.github.com/en/copilot/how-tos/copilot-cli/cli-best-practices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Activity 2, 15 minutes. Run node src/app.js, select 4, search for testing, and quit with q. Ask Chat and CLI to explain the same implementation using the same files. Compare context and permission requests. A no-account learner can inspect the code and review checklist directly. Do not let two sessions edit the same file concurrently.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Open .github/prompts/review-learning-change.prompt.md. Apply it to src/app.js and then to scripts/hooks/prevent-destructive-commands.js. Explain why a reusable task prompt differs from persistent project guidance. Select Cert Buddy from the agent picker; do not treat a custom agent name as a universal @ participant. Source: https://code.visualstudio.com/docs/agent-customization/custom-agents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Segment 2. Enabling Copilot in the IDE is its own exam objective, so show the sign-in state and the relevant editor settings before any demonstration. Discover commands with /help on the installed version rather than reciting a list from memory. Explain that a context window is finite, that a long thread accumulates unrelated material, and that a fresh session is sometimes the correct fix. Show where a learner reports a bad response. Feature availability differs by plan and by surface, so do not promise identical commands everywhere. Sources: https://docs.github.com/en/copilot/concepts/chat and https://code.visualstudio.com/docs/chat/chat-overview</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Segment 2. This objective group is broader than test generation, so name each use explicitly. Explaining unfamiliar code is the highest-value everyday win because it removes a context switch. Refactoring without existing coverage moves risk rather than reducing it. Documentation must describe what the code does, not what the prompt hoped it did. Sample data for this class stays fictional; see references/fictional-companies.md. Legacy modernization works as a sequence of reviewed steps, never one sweeping rewrite. Ask for security and performance observations, then verify each claim independently. Source: https://learn.microsoft.com/en-us/training/modules/developer-use-cases-for-ai-with-github-copilot/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11:00-12:00 Central. Follow data flow, improve the prompt, discuss planning, sessions, subagents, and retrieve a Learn source with Cert Buddy. Complete activity 3. Include Q&amp;A and a five-minute break at 11:55.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Draw the request lifecycle verbally with the actual files from the previous demo. Name the stages in the exam's own words. Microsoft Learn documents seven steps: secure transmission and context gathering, then a proxy filter on a proxy server hosted in a GitHub-owned Microsoft Azure tenant, then toxicity filtering, then the model, then post-processing and response validation, then delivery and the feedback loop. Post-processing is where code-quality checks and the optional matching-public-code filter apply; that filter covers suggestions of roughly 150 characters or more. Ask where missing context, stale documentation, or a misleading tool result could change the answer. The model has not necessarily read every file, and a context window is not unlimited memory. Do not quote the context-window figures from unit 4 of that module; they predate current models. Sources: https://learn.microsoft.com/en-us/training/modules/introduction-prompt-engineering-with-github-copilot/3-github-copilot-user-prompt-process-flow and https://docs.github.com/en/copilot/concepts/completions/code-referencing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Activity 3, 10 minutes. Compare 'Make this application better' with the stronger prompt in CLASS-ACTIVITIES.md. Add representative input/output examples to demonstrate few-shot guidance. If a second model is available, keep the prompt and context unchanged and compare correctness, latency, and usage. Do not promise a fixed model roster or use legacy request multipliers indiscriminately. Sources: https://docs.github.com/en/copilot/concepts/prompting/prompt-engineering and https://docs.github.com/en/copilot/concepts/billing-and-usage/individuals/billing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Show the distinction between planning and implementation. Agent workflows can coordinate files and tools, but they are not proof of correctness. Briefly identify Copilot Edits, code review, PR summaries, and review instructions. A cloud agent prepares repository work for review; do not teach it as a separate Visual Studio-only preview product. Source: https://docs.github.com/en/copilot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Demonstrate the current installed sessions interface if rehearsed. An environment handoff continues work in the selected destination; do not promise every continuation is appended to the originating chat. Explain that the Agents window is Preview. Use separate worktrees for competing changes when appropriate. Sources: https://code.visualstudio.com/docs/agents/concepts/sessions and https://code.visualstudio.com/docs/agents/run/agents-window On the previous bullet version this slide listed: Subagent: delegated context, result returned; Shared checkout: shared files can still conflict.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Show .vscode/mcp.json and the public gh300buddy-mslearn endpoint. Start the server after inspecting it, then use Cert Buddy for one original question. Confirm it retrieves evidence and withholds the answer. If retrieval fails, disclose that and use MINI-MOCK.md. Briefly distinguish MCP retrieval from curated Spaces context and Spark application creation. Source: https://code.visualstudio.com/docs/agent-customization/mcp-servers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12:00-1:00 Central. Match safeguards to risks, complete activity 4, demonstrate hooks and central governance as enrichment, and take the mini mock. Reserve the final five minutes for the study plan. The wrap is inside this fourth segment.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Activity 4: run npm test -- --runInBand. Inspect hook tests that preserve ordinary approvals, reject malformed input, and handle delayed stdin. Inspect item-validator tests for leaked answers. Ask whether a passing test proves an enterprise policy is enforced. It does not. The relevant test checks only the behavior it actually exercises.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conflate these controls. Current documentation says IDE Edit and Agent modes do not support content exclusions, while current CLI documentation describes Business/Enterprise support. A .copilotignore file is not a documented substitute. Include audit-event investigation and seat administration via authorized REST as recognition topics. Sources: https://docs.github.com/en/copilot/concepts/security-governance-and-network-settings/content-exclusion and https://docs.github.com/en/copilot/reference/supported-surfaces-for-policies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Segment 4. This is a named objective and it is easy to skip. GitHub's current Generative AI Services Terms state that GitHub does not own Inputs or Outputs and that you retain any ownership you already have; responsibility for what you merge stays with you. Whether any single suggestion can be owned depends on local intellectual property law, the length of the suggestion, and how functional rather than expressive it is. Teach the indemnity condition explicitly: IP indemnity applies to Copilot Business and Enterprise, and Microsoft Learn states that for GitHub to assume legal responsibility the Matching public code setting must be blocked. That is the highest-yield connection in this domain, because it links a filter setting on the previous slide to a legal position. Note that the older Copilot Product Specific Terms page was archived on March 5, 2026; cite the Generative AI Services Terms instead. Sources: https://github.com/customer-terms/github-generative-ai-services-terms and https://learn.microsoft.com/en-us/training/modules/github-copilot-management-and-customizations/3-github-copilot-contractual-protections-disabling-matching-public-code On the previous bullet version this slide listed: GitHub does not claim ownership of input or output; You remain responsible for reviewing and testing; Whether a suggestion is ownable depends on jurisdiction; Business and Enterprise carry an indemnity commitment.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Segment 4. Distinguish organization-level policy management from the enterprise managed settings on the next slide; they are different owners and different files. In organization settings the Policies area controls privacy and feature availability and the Models area controls availability beyond the base models, each with an enforcement selection. Copilot code review availability is managed the same way. Do not read policy labels off an old screenshot; open the current settings page or describe the category instead. Audit log investigation and seat administration through the REST API are recognition-level objectives, so show where each one lives rather than scripting it live. Sources: https://docs.github.com/en/copilot/how-tos/administer-copilot/manage-for-organization/manage-policies and https://docs.github.com/en/rest/copilot/copilot-user-management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Enrichment, Preview. Open docs/HOOKS-AND-GOVERNANCE.md. Pipe the supplied sample event to Log-CopilotToolUse.ps1, inspect the NDJSON record, then wire the optional tool-use-logger.json in the classroom copy. Direct input proves the script, not VS Code event delivery. Demonstrate a deny response by feeding a destructive command string to the parser without executing it. Inspect repository code before Workspace Trust. Source: https://code.visualstudio.com/docs/agents/reference/hooks-reference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Enrichment. Follow the governance lab using an authorized test enterprise. The starter model:auto configuration sets a new-conversation default; it does not prove a locked picker or universal enforcement. Explain the optional enterprise-team override. Do not deploy changes to participant environments. If live settings are unavailable, walk through the supplied JSON and label enforcement unverified. Source: https://docs.github.com/en/copilot/how-tos/administer-copilot/manage-for-enterprise/use-managed-settings/get-started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Run node copilot-metrics-tour/index.js --demo. The two-day fixture is explicitly synthetic. Explain the manifest-to-NDJSON report flow and why credentials must not accompany signed downloads. Daily active users cannot be added into unique people for the period. Current aggregate endpoint: /orgs/{org}/copilot/metrics/reports/organization-28-day/latest. Sources: https://docs.github.com/en/rest/copilot/copilot-usage-metrics and https://docs.github.com/en/copilot/reference/copilot-usage-metrics/reconciling-usage-metrics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Use docs/MINI-MOCK.md. Allow ten minutes for answers and five for review; keep rationales collapsed until learners decide. If time allows, use Cert Buddy for another question with current retrieval. Explain that structure validation and balanced choice length do not establish factual accuracy. Do not predict an exam score from six questions.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learner leaves with a bounded next action. Send them to docs/GH-300-RESOURCE-LINKS.md: rate the six domains, then open the rows for the weakest one. Every bullet there has a verified first-party source, so the 20-minute practice block starts immediately instead of with a search. Use the current official certification page for scheduling and the 100-minute exam duration. A scaled passing score of 700 does not mean 70 percent correct. Verify regional pricing and exam-day rules at booking time. Source: https://learn.microsoft.com/en-us/credentials/certifications/github-copilot/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Thank the learners. Point them to the public repository and the official exam links in docs/exam-notes-and-links.md. Invite one final question. End at 1 p.m. Central. Remind them that the strongest study evidence is an explanation plus a demonstrated check, not memorized model names. Repository: https://github.com/timothywarner-org/copilot-cert-prep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8.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1.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4.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_Blue Option 1">
  <p:cSld name="TITLE_2">
    <p:spTree>
      <p:nvGrpSpPr>
        <p:cNvPr id="1" name=""/>
        <p:cNvGrpSpPr/>
        <p:nvPr/>
      </p:nvGrpSpPr>
      <p:grpSpPr>
        <a:xfrm>
          <a:off x="0" y="0"/>
          <a:ext cx="0" cy="0"/>
          <a:chOff x="0" y="0"/>
          <a:chExt cx="0" cy="0"/>
        </a:xfrm>
      </p:grpSpPr>
      <p:pic>
        <p:nvPicPr>
          <p:cNvPr id="19" name="Google Shape;13;p3"/>
          <p:cNvPicPr>
            <a:picLocks noChangeAspect="1"/>
          </p:cNvPicPr>
          <p:nvPr/>
        </p:nvPicPr>
        <p:blipFill rotWithShape="1">
          <a:blip r:embed="rId2">
            <a:alphaModFix/>
          </a:blip>
          <a:srcRect/>
          <a:stretch/>
        </p:blipFill>
        <p:spPr>
          <a:xfrm>
            <a:off x="0" y="0"/>
            <a:ext cx="9144000" cy="5143497"/>
          </a:xfrm>
          <a:prstGeom prst="rect">
            <a:avLst/>
          </a:prstGeom>
          <a:ln>
            <a:noFill/>
          </a:ln>
        </p:spPr>
      </p:pic>
      <p:pic>
        <p:nvPicPr>
          <p:cNvPr id="20" name="Google Shape;14;p3"/>
          <p:cNvPicPr>
            <a:picLocks noChangeAspect="1"/>
          </p:cNvPicPr>
          <p:nvPr/>
        </p:nvPicPr>
        <p:blipFill>
          <a:blip r:embed="rId3">
            <a:alphaModFix/>
          </a:blip>
          <a:stretch>
            <a:fillRect/>
          </a:stretch>
        </p:blipFill>
        <p:spPr>
          <a:xfrm>
            <a:off x="506876" y="342900"/>
            <a:ext cx="1290750" cy="245250"/>
          </a:xfrm>
          <a:prstGeom prst="rect">
            <a:avLst/>
          </a:prstGeom>
          <a:ln>
            <a:noFill/>
          </a:ln>
        </p:spPr>
      </p:pic>
      <p:sp>
        <p:nvSpPr>
          <p:cNvPr id="15" name="Google Shape;15;p3">
            <a:extLst>
              <a:ext uri="{FF2B5EF4-FFF2-40B4-BE49-F238E27FC236}">
                <a16:creationId xmlns:a16="http://schemas.microsoft.com/office/drawing/2014/main" id="{C909F6AF-626F-4210-AF9F-8444B7D40DA0}"/>
              </a:ext>
            </a:extLst>
          </p:cNvPr>
          <p:cNvSpPr>
            <a:spLocks noGrp="1"/>
          </p:cNvSpPr>
          <p:nvPr>
            <p:ph type="title"/>
          </p:nvPr>
        </p:nvSpPr>
        <p:spPr>
          <a:xfrm>
            <a:off x="506875" y="1200300"/>
            <a:ext cx="2888400" cy="1845000"/>
          </a:xfrm>
          <a:prstGeom prst="rect">
            <a:avLst/>
          </a:prstGeom>
          <a:noFill/>
          <a:ln>
            <a:noFill/>
          </a:ln>
        </p:spPr>
        <p:txBody>
          <a:bodyPr spcFirstLastPara="1" wrap="square" lIns="0" tIns="0" rIns="0" bIns="0" anchor="t">
            <a:noAutofit/>
          </a:bodyPr>
          <a:lstStyle>
            <a:lvl1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1pPr>
            <a:lvl2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2pPr>
            <a:lvl3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3pPr>
            <a:lvl4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4pPr>
            <a:lvl5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5pPr>
            <a:lvl6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6pPr>
            <a:lvl7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7pPr>
            <a:lvl8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8pPr>
            <a:lvl9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9pPr>
          </a:lstStyle>
          <a:p>
            <a:endParaRPr/>
          </a:p>
        </p:txBody>
      </p:sp>
      <p:sp>
        <p:nvSpPr>
          <p:cNvPr id="16" name="Google Shape;16;p3">
            <a:extLst>
              <a:ext uri="{FF2B5EF4-FFF2-40B4-BE49-F238E27FC236}">
                <a16:creationId xmlns:a16="http://schemas.microsoft.com/office/drawing/2014/main" id="{EDB5C784-DEB2-4098-8163-C3D71556EE1D}"/>
              </a:ext>
            </a:extLst>
          </p:cNvPr>
          <p:cNvSpPr>
            <a:spLocks noGrp="1"/>
          </p:cNvSpPr>
          <p:nvPr>
            <p:ph type="subTitle" idx="1"/>
          </p:nvPr>
        </p:nvSpPr>
        <p:spPr>
          <a:xfrm>
            <a:off x="506875" y="3362325"/>
            <a:ext cx="2703300" cy="1438200"/>
          </a:xfrm>
          <a:prstGeom prst="rect">
            <a:avLst/>
          </a:prstGeom>
          <a:noFill/>
          <a:ln>
            <a:noFill/>
          </a:ln>
        </p:spPr>
        <p:txBody>
          <a:bodyPr spcFirstLastPara="1" wrap="square" lIns="0" tIns="0" rIns="0" bIns="0" anchor="b">
            <a:noAutofit/>
          </a:bodyPr>
          <a:lstStyle>
            <a:lvl1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1pPr>
            <a:lvl2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2pPr>
            <a:lvl3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3pPr>
            <a:lvl4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4pPr>
            <a:lvl5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5pPr>
            <a:lvl6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6pPr>
            <a:lvl7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7pPr>
            <a:lvl8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8pPr>
            <a:lvl9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_Blue Option 2">
  <p:cSld name="TITLE_1_1">
    <p:spTree>
      <p:nvGrpSpPr>
        <p:cNvPr id="1" name=""/>
        <p:cNvGrpSpPr/>
        <p:nvPr/>
      </p:nvGrpSpPr>
      <p:grpSpPr>
        <a:xfrm>
          <a:off x="0" y="0"/>
          <a:ext cx="0" cy="0"/>
          <a:chOff x="0" y="0"/>
          <a:chExt cx="0" cy="0"/>
        </a:xfrm>
      </p:grpSpPr>
      <p:pic>
        <p:nvPicPr>
          <p:cNvPr id="28" name="Google Shape;23;p5"/>
          <p:cNvPicPr>
            <a:picLocks noChangeAspect="1"/>
          </p:cNvPicPr>
          <p:nvPr/>
        </p:nvPicPr>
        <p:blipFill rotWithShape="1">
          <a:blip r:embed="rId2">
            <a:alphaModFix/>
          </a:blip>
          <a:srcRect/>
          <a:stretch/>
        </p:blipFill>
        <p:spPr>
          <a:xfrm>
            <a:off x="0" y="0"/>
            <a:ext cx="9144000" cy="5143497"/>
          </a:xfrm>
          <a:prstGeom prst="rect">
            <a:avLst/>
          </a:prstGeom>
          <a:ln>
            <a:noFill/>
          </a:ln>
        </p:spPr>
      </p:pic>
      <p:sp>
        <p:nvSpPr>
          <p:cNvPr id="24" name="Google Shape;24;p5">
            <a:extLst>
              <a:ext uri="{FF2B5EF4-FFF2-40B4-BE49-F238E27FC236}">
                <a16:creationId xmlns:a16="http://schemas.microsoft.com/office/drawing/2014/main" id="{A887A63B-4210-4363-9F5E-0389D3A905D6}"/>
              </a:ext>
            </a:extLst>
          </p:cNvPr>
          <p:cNvSpPr>
            <a:spLocks noGrp="1"/>
          </p:cNvSpPr>
          <p:nvPr>
            <p:ph type="subTitle" idx="1"/>
          </p:nvPr>
        </p:nvSpPr>
        <p:spPr>
          <a:xfrm>
            <a:off x="506875" y="3362325"/>
            <a:ext cx="2739000" cy="1438200"/>
          </a:xfrm>
          <a:prstGeom prst="rect">
            <a:avLst/>
          </a:prstGeom>
          <a:noFill/>
          <a:ln>
            <a:noFill/>
          </a:ln>
        </p:spPr>
        <p:txBody>
          <a:bodyPr spcFirstLastPara="1" wrap="square" lIns="0" tIns="0" rIns="0" bIns="0" anchor="b">
            <a:noAutofit/>
          </a:bodyPr>
          <a:lstStyle>
            <a:lvl1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1pPr>
            <a:lvl2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2pPr>
            <a:lvl3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3pPr>
            <a:lvl4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4pPr>
            <a:lvl5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5pPr>
            <a:lvl6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6pPr>
            <a:lvl7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7pPr>
            <a:lvl8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8pPr>
            <a:lvl9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9pPr>
          </a:lstStyle>
          <a:p>
            <a:endParaRPr/>
          </a:p>
        </p:txBody>
      </p:sp>
      <p:sp>
        <p:nvSpPr>
          <p:cNvPr id="25" name="Google Shape;25;p5">
            <a:extLst>
              <a:ext uri="{FF2B5EF4-FFF2-40B4-BE49-F238E27FC236}">
                <a16:creationId xmlns:a16="http://schemas.microsoft.com/office/drawing/2014/main" id="{D1680036-A116-4C94-B4A9-79DFF003625B}"/>
              </a:ext>
            </a:extLst>
          </p:cNvPr>
          <p:cNvSpPr>
            <a:spLocks noGrp="1"/>
          </p:cNvSpPr>
          <p:nvPr>
            <p:ph type="title"/>
          </p:nvPr>
        </p:nvSpPr>
        <p:spPr>
          <a:xfrm>
            <a:off x="506875" y="1878975"/>
            <a:ext cx="2703300" cy="1217400"/>
          </a:xfrm>
          <a:prstGeom prst="rect">
            <a:avLst/>
          </a:prstGeom>
          <a:noFill/>
          <a:ln>
            <a:noFill/>
          </a:ln>
        </p:spPr>
        <p:txBody>
          <a:bodyPr spcFirstLastPara="1" wrap="square" lIns="0" tIns="0" rIns="0" bIns="0" anchor="t">
            <a:noAutofit/>
          </a:bodyPr>
          <a:lstStyle>
            <a:lvl1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1pPr>
            <a:lvl2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2pPr>
            <a:lvl3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3pPr>
            <a:lvl4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4pPr>
            <a:lvl5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5pPr>
            <a:lvl6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6pPr>
            <a:lvl7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7pPr>
            <a:lvl8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8pPr>
            <a:lvl9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9pPr>
          </a:lstStyle>
          <a:p>
            <a:endParaRPr/>
          </a:p>
        </p:txBody>
      </p:sp>
      <p:pic>
        <p:nvPicPr>
          <p:cNvPr id="31" name="Google Shape;26;p5"/>
          <p:cNvPicPr>
            <a:picLocks noChangeAspect="1"/>
          </p:cNvPicPr>
          <p:nvPr/>
        </p:nvPicPr>
        <p:blipFill>
          <a:blip r:embed="rId3">
            <a:alphaModFix/>
          </a:blip>
          <a:stretch>
            <a:fillRect/>
          </a:stretch>
        </p:blipFill>
        <p:spPr>
          <a:xfrm>
            <a:off x="506875" y="1200300"/>
            <a:ext cx="2810625" cy="534025"/>
          </a:xfrm>
          <a:prstGeom prst="rect">
            <a:avLst/>
          </a:prstGeom>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 Option 1">
  <p:cSld name="CUSTOM">
    <p:spTree>
      <p:nvGrpSpPr>
        <p:cNvPr id="1" name=""/>
        <p:cNvGrpSpPr/>
        <p:nvPr/>
      </p:nvGrpSpPr>
      <p:grpSpPr>
        <a:xfrm>
          <a:off x="0" y="0"/>
          <a:ext cx="0" cy="0"/>
          <a:chOff x="0" y="0"/>
          <a:chExt cx="0" cy="0"/>
        </a:xfrm>
      </p:grpSpPr>
      <p:sp>
        <p:nvSpPr>
          <p:cNvPr id="28" name="Google Shape;28;p6">
            <a:extLst>
              <a:ext uri="{FF2B5EF4-FFF2-40B4-BE49-F238E27FC236}">
                <a16:creationId xmlns:a16="http://schemas.microsoft.com/office/drawing/2014/main" id="{2CF7D2BE-C0C4-46E3-83E6-7705B703601F}"/>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
        <p:nvSpPr>
          <p:cNvPr id="29" name="Google Shape;29;p6">
            <a:extLst>
              <a:ext uri="{FF2B5EF4-FFF2-40B4-BE49-F238E27FC236}">
                <a16:creationId xmlns:a16="http://schemas.microsoft.com/office/drawing/2014/main" id="{6F3E563C-9326-4C51-A589-9EA97F8A6A99}"/>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30" name="Google Shape;30;p6">
            <a:extLst>
              <a:ext uri="{FF2B5EF4-FFF2-40B4-BE49-F238E27FC236}">
                <a16:creationId xmlns:a16="http://schemas.microsoft.com/office/drawing/2014/main" id="{614C7362-9AEA-4339-85D0-D92C4D92FD2E}"/>
              </a:ext>
            </a:extLst>
          </p:cNvPr>
          <p:cNvSpPr>
            <a:spLocks noGrp="1"/>
          </p:cNvSpPr>
          <p:nvPr>
            <p:ph type="body" idx="1"/>
          </p:nvPr>
        </p:nvSpPr>
        <p:spPr>
          <a:xfrm>
            <a:off x="506875" y="1878975"/>
            <a:ext cx="82326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sp>
        <p:nvSpPr>
          <p:cNvPr id="31" name="Google Shape;31;p6">
            <a:extLst>
              <a:ext uri="{FF2B5EF4-FFF2-40B4-BE49-F238E27FC236}">
                <a16:creationId xmlns:a16="http://schemas.microsoft.com/office/drawing/2014/main" id="{91B5F988-464B-40E4-820D-A48E97F8E26F}"/>
              </a:ext>
            </a:extLst>
          </p:cNvPr>
          <p:cNvSpPr>
            <a:spLocks noGrp="1"/>
          </p:cNvSpPr>
          <p:nvPr>
            <p:ph type="body" idx="2"/>
          </p:nvPr>
        </p:nvSpPr>
        <p:spPr>
          <a:xfrm>
            <a:off x="506875" y="4800600"/>
            <a:ext cx="81303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pic>
        <p:nvPicPr>
          <p:cNvPr id="39" name="Google Shape;32;p6"/>
          <p:cNvPicPr>
            <a:picLocks noChangeAspect="1"/>
          </p:cNvPicPr>
          <p:nvPr/>
        </p:nvPicPr>
        <p:blipFill>
          <a:blip r:embed="rId2">
            <a:alphaModFix/>
          </a:blip>
          <a:stretch>
            <a:fillRect/>
          </a:stretch>
        </p:blipFill>
        <p:spPr>
          <a:xfrm>
            <a:off x="8465677" y="160315"/>
            <a:ext cx="445057" cy="365175"/>
          </a:xfrm>
          <a:prstGeom prst="rect">
            <a:avLst/>
          </a:prstGeom>
          <a:ln>
            <a:noFill/>
          </a:ln>
        </p:spPr>
      </p:pic>
      <p:sp>
        <p:nvSpPr>
          <p:cNvPr id="33" name="Google Shape;33;p6">
            <a:extLst>
              <a:ext uri="{FF2B5EF4-FFF2-40B4-BE49-F238E27FC236}">
                <a16:creationId xmlns:a16="http://schemas.microsoft.com/office/drawing/2014/main" id="{84465357-40C9-44C5-9474-B2C2CCF291AC}"/>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lvl1pPr>
              <a:buNone/>
              <a:defRPr>
                <a:solidFill>
                  <a:srgbClr val="000000"/>
                </a:solidFill>
              </a:defRPr>
            </a:lvl1pPr>
            <a:lvl2pPr>
              <a:buNone/>
              <a:defRPr>
                <a:solidFill>
                  <a:srgbClr val="000000"/>
                </a:solidFill>
              </a:defRPr>
            </a:lvl2pPr>
            <a:lvl3pPr>
              <a:buNone/>
              <a:defRPr>
                <a:solidFill>
                  <a:srgbClr val="000000"/>
                </a:solidFill>
              </a:defRPr>
            </a:lvl3pPr>
            <a:lvl4pPr>
              <a:buNone/>
              <a:defRPr>
                <a:solidFill>
                  <a:srgbClr val="000000"/>
                </a:solidFill>
              </a:defRPr>
            </a:lvl4pPr>
            <a:lvl5pPr>
              <a:buNone/>
              <a:defRPr>
                <a:solidFill>
                  <a:srgbClr val="000000"/>
                </a:solidFill>
              </a:defRPr>
            </a:lvl5pPr>
            <a:lvl6pPr>
              <a:buNone/>
              <a:defRPr>
                <a:solidFill>
                  <a:srgbClr val="000000"/>
                </a:solidFill>
              </a:defRPr>
            </a:lvl6pPr>
            <a:lvl7pPr>
              <a:buNone/>
              <a:defRPr>
                <a:solidFill>
                  <a:srgbClr val="000000"/>
                </a:solidFill>
              </a:defRPr>
            </a:lvl7pPr>
            <a:lvl8pPr>
              <a:buNone/>
              <a:defRPr>
                <a:solidFill>
                  <a:srgbClr val="000000"/>
                </a:solidFill>
              </a:defRPr>
            </a:lvl8pPr>
            <a:lvl9pPr>
              <a:buNone/>
              <a:defRPr>
                <a:solidFill>
                  <a:srgbClr val="000000"/>
                </a:solidFill>
              </a:defRPr>
            </a:lvl9pPr>
          </a:lstStyle>
          <a:p>
            <a:pPr marL="0" lvl="0" indent="0" algn="l">
              <a:spcBef>
                <a:spcPts val="0"/>
              </a:spcBef>
              <a:spcAft>
                <a:spcPts val="0"/>
              </a:spcAft>
              <a:buNone/>
            </a:pPr>
            <a:fld id="{00000000-1234-1234-1234-123412341234}"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Option 2">
  <p:cSld name="CUSTOM_1">
    <p:spTree>
      <p:nvGrpSpPr>
        <p:cNvPr id="1" name=""/>
        <p:cNvGrpSpPr/>
        <p:nvPr/>
      </p:nvGrpSpPr>
      <p:grpSpPr>
        <a:xfrm>
          <a:off x="0" y="0"/>
          <a:ext cx="0" cy="0"/>
          <a:chOff x="0" y="0"/>
          <a:chExt cx="0" cy="0"/>
        </a:xfrm>
      </p:grpSpPr>
      <p:sp>
        <p:nvSpPr>
          <p:cNvPr id="35" name="Google Shape;35;p7">
            <a:extLst>
              <a:ext uri="{FF2B5EF4-FFF2-40B4-BE49-F238E27FC236}">
                <a16:creationId xmlns:a16="http://schemas.microsoft.com/office/drawing/2014/main" id="{BA149727-4B98-45FA-847B-71DD2204C62F}"/>
              </a:ext>
            </a:extLst>
          </p:cNvPr>
          <p:cNvSpPr>
            <a:spLocks noGrp="1"/>
          </p:cNvSpPr>
          <p:nvPr>
            <p:ph type="body" idx="1"/>
          </p:nvPr>
        </p:nvSpPr>
        <p:spPr>
          <a:xfrm>
            <a:off x="506875" y="1878975"/>
            <a:ext cx="26520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sp>
        <p:nvSpPr>
          <p:cNvPr id="36" name="Google Shape;36;p7">
            <a:extLst>
              <a:ext uri="{FF2B5EF4-FFF2-40B4-BE49-F238E27FC236}">
                <a16:creationId xmlns:a16="http://schemas.microsoft.com/office/drawing/2014/main" id="{79779561-FDB8-496C-8FFC-43BD064D730B}"/>
              </a:ext>
            </a:extLst>
          </p:cNvPr>
          <p:cNvSpPr>
            <a:spLocks noGrp="1"/>
          </p:cNvSpPr>
          <p:nvPr>
            <p:ph type="body" idx="2"/>
          </p:nvPr>
        </p:nvSpPr>
        <p:spPr>
          <a:xfrm>
            <a:off x="3245975" y="1878975"/>
            <a:ext cx="26520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sp>
        <p:nvSpPr>
          <p:cNvPr id="37" name="Google Shape;37;p7">
            <a:extLst>
              <a:ext uri="{FF2B5EF4-FFF2-40B4-BE49-F238E27FC236}">
                <a16:creationId xmlns:a16="http://schemas.microsoft.com/office/drawing/2014/main" id="{724E5976-4C6F-4B6B-80F7-24ABC0110937}"/>
              </a:ext>
            </a:extLst>
          </p:cNvPr>
          <p:cNvSpPr>
            <a:spLocks noGrp="1"/>
          </p:cNvSpPr>
          <p:nvPr>
            <p:ph type="body" idx="3"/>
          </p:nvPr>
        </p:nvSpPr>
        <p:spPr>
          <a:xfrm>
            <a:off x="5985000" y="1878975"/>
            <a:ext cx="26520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sp>
        <p:nvSpPr>
          <p:cNvPr id="38" name="Google Shape;38;p7">
            <a:extLst>
              <a:ext uri="{FF2B5EF4-FFF2-40B4-BE49-F238E27FC236}">
                <a16:creationId xmlns:a16="http://schemas.microsoft.com/office/drawing/2014/main" id="{1B4ADD75-5471-4092-9E54-01FA810DE506}"/>
              </a:ext>
            </a:extLst>
          </p:cNvPr>
          <p:cNvSpPr>
            <a:spLocks noGrp="1"/>
          </p:cNvSpPr>
          <p:nvPr>
            <p:ph type="body" idx="4"/>
          </p:nvPr>
        </p:nvSpPr>
        <p:spPr>
          <a:xfrm>
            <a:off x="506875" y="4800600"/>
            <a:ext cx="81303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pic>
        <p:nvPicPr>
          <p:cNvPr id="48" name="Google Shape;39;p7"/>
          <p:cNvPicPr>
            <a:picLocks noChangeAspect="1"/>
          </p:cNvPicPr>
          <p:nvPr/>
        </p:nvPicPr>
        <p:blipFill>
          <a:blip r:embed="rId2">
            <a:alphaModFix/>
          </a:blip>
          <a:stretch>
            <a:fillRect/>
          </a:stretch>
        </p:blipFill>
        <p:spPr>
          <a:xfrm>
            <a:off x="8465677" y="160315"/>
            <a:ext cx="445057" cy="365175"/>
          </a:xfrm>
          <a:prstGeom prst="rect">
            <a:avLst/>
          </a:prstGeom>
          <a:ln>
            <a:noFill/>
          </a:ln>
        </p:spPr>
      </p:pic>
      <p:sp>
        <p:nvSpPr>
          <p:cNvPr id="40" name="Google Shape;40;p7">
            <a:extLst>
              <a:ext uri="{FF2B5EF4-FFF2-40B4-BE49-F238E27FC236}">
                <a16:creationId xmlns:a16="http://schemas.microsoft.com/office/drawing/2014/main" id="{0CACCBC3-4CCE-4D6F-BD82-357D819F4552}"/>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41" name="Google Shape;41;p7">
            <a:extLst>
              <a:ext uri="{FF2B5EF4-FFF2-40B4-BE49-F238E27FC236}">
                <a16:creationId xmlns:a16="http://schemas.microsoft.com/office/drawing/2014/main" id="{267704EA-A8C6-4670-A764-704387C04B50}"/>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
        <p:nvSpPr>
          <p:cNvPr id="42" name="Google Shape;42;p7">
            <a:extLst>
              <a:ext uri="{FF2B5EF4-FFF2-40B4-BE49-F238E27FC236}">
                <a16:creationId xmlns:a16="http://schemas.microsoft.com/office/drawing/2014/main" id="{B3DA591C-C909-4ED4-AB22-42D62F94AAC8}"/>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lvl1pPr>
              <a:buNone/>
              <a:defRPr>
                <a:solidFill>
                  <a:srgbClr val="000000"/>
                </a:solidFill>
              </a:defRPr>
            </a:lvl1pPr>
            <a:lvl2pPr>
              <a:buNone/>
              <a:defRPr>
                <a:solidFill>
                  <a:srgbClr val="000000"/>
                </a:solidFill>
              </a:defRPr>
            </a:lvl2pPr>
            <a:lvl3pPr>
              <a:buNone/>
              <a:defRPr>
                <a:solidFill>
                  <a:srgbClr val="000000"/>
                </a:solidFill>
              </a:defRPr>
            </a:lvl3pPr>
            <a:lvl4pPr>
              <a:buNone/>
              <a:defRPr>
                <a:solidFill>
                  <a:srgbClr val="000000"/>
                </a:solidFill>
              </a:defRPr>
            </a:lvl4pPr>
            <a:lvl5pPr>
              <a:buNone/>
              <a:defRPr>
                <a:solidFill>
                  <a:srgbClr val="000000"/>
                </a:solidFill>
              </a:defRPr>
            </a:lvl5pPr>
            <a:lvl6pPr>
              <a:buNone/>
              <a:defRPr>
                <a:solidFill>
                  <a:srgbClr val="000000"/>
                </a:solidFill>
              </a:defRPr>
            </a:lvl6pPr>
            <a:lvl7pPr>
              <a:buNone/>
              <a:defRPr>
                <a:solidFill>
                  <a:srgbClr val="000000"/>
                </a:solidFill>
              </a:defRPr>
            </a:lvl7pPr>
            <a:lvl8pPr>
              <a:buNone/>
              <a:defRPr>
                <a:solidFill>
                  <a:srgbClr val="000000"/>
                </a:solidFill>
              </a:defRPr>
            </a:lvl8pPr>
            <a:lvl9pPr>
              <a:buNone/>
              <a:defRPr>
                <a:solidFill>
                  <a:srgbClr val="000000"/>
                </a:solidFill>
              </a:defRPr>
            </a:lvl9pPr>
          </a:lstStyle>
          <a:p>
            <a:pPr marL="0" lvl="0" indent="0" algn="l">
              <a:spcBef>
                <a:spcPts val="0"/>
              </a:spcBef>
              <a:spcAft>
                <a:spcPts val="0"/>
              </a:spcAft>
              <a:buNone/>
            </a:pPr>
            <a:fld id="{00000000-1234-1234-1234-123412341234}"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Slide">
  <p:cSld name="CUSTOM_1_1">
    <p:spTree>
      <p:nvGrpSpPr>
        <p:cNvPr id="1" name=""/>
        <p:cNvGrpSpPr/>
        <p:nvPr/>
      </p:nvGrpSpPr>
      <p:grpSpPr>
        <a:xfrm>
          <a:off x="0" y="0"/>
          <a:ext cx="0" cy="0"/>
          <a:chOff x="0" y="0"/>
          <a:chExt cx="0" cy="0"/>
        </a:xfrm>
      </p:grpSpPr>
      <p:sp>
        <p:nvSpPr>
          <p:cNvPr id="44" name="Google Shape;44;p8">
            <a:extLst>
              <a:ext uri="{FF2B5EF4-FFF2-40B4-BE49-F238E27FC236}">
                <a16:creationId xmlns:a16="http://schemas.microsoft.com/office/drawing/2014/main" id="{85BA36BB-8019-4F61-8DA2-E93027537212}"/>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a:pPr marL="0" lvl="0" indent="0" algn="l">
              <a:spcBef>
                <a:spcPts val="0"/>
              </a:spcBef>
              <a:spcAft>
                <a:spcPts val="0"/>
              </a:spcAft>
              <a:buNone/>
            </a:pPr>
            <a:fld id="{00000000-1234-1234-1234-123412341234}"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Laptop Option">
  <p:cSld name="CUSTOM_1_1_1">
    <p:spTree>
      <p:nvGrpSpPr>
        <p:cNvPr id="1" name=""/>
        <p:cNvGrpSpPr/>
        <p:nvPr/>
      </p:nvGrpSpPr>
      <p:grpSpPr>
        <a:xfrm>
          <a:off x="0" y="0"/>
          <a:ext cx="0" cy="0"/>
          <a:chOff x="0" y="0"/>
          <a:chExt cx="0" cy="0"/>
        </a:xfrm>
      </p:grpSpPr>
      <p:pic>
        <p:nvPicPr>
          <p:cNvPr id="56" name="Google Shape;46;p9"/>
          <p:cNvPicPr>
            <a:picLocks noChangeAspect="1"/>
          </p:cNvPicPr>
          <p:nvPr/>
        </p:nvPicPr>
        <p:blipFill rotWithShape="1">
          <a:blip r:embed="rId2">
            <a:alphaModFix/>
          </a:blip>
          <a:srcRect/>
          <a:stretch/>
        </p:blipFill>
        <p:spPr>
          <a:xfrm>
            <a:off x="5007284" y="1878975"/>
            <a:ext cx="4141616" cy="2924549"/>
          </a:xfrm>
          <a:prstGeom prst="rect">
            <a:avLst/>
          </a:prstGeom>
          <a:ln>
            <a:noFill/>
          </a:ln>
        </p:spPr>
      </p:pic>
      <p:sp>
        <p:nvSpPr>
          <p:cNvPr id="47" name="Google Shape;47;p9">
            <a:extLst>
              <a:ext uri="{FF2B5EF4-FFF2-40B4-BE49-F238E27FC236}">
                <a16:creationId xmlns:a16="http://schemas.microsoft.com/office/drawing/2014/main" id="{9E34EE5F-F0D8-49F6-918F-A4E52BCCF365}"/>
              </a:ext>
            </a:extLst>
          </p:cNvPr>
          <p:cNvSpPr>
            <a:spLocks noGrp="1"/>
          </p:cNvSpPr>
          <p:nvPr/>
        </p:nvSpPr>
        <p:spPr>
          <a:xfrm>
            <a:off x="5636925" y="2027450"/>
            <a:ext cx="3507300" cy="2447400"/>
          </a:xfrm>
          <a:prstGeom prst="rect">
            <a:avLst/>
          </a:prstGeom>
          <a:solidFill>
            <a:srgbClr val="FFFFFF"/>
          </a:solidFill>
          <a:ln>
            <a:noFill/>
          </a:ln>
        </p:spPr>
        <p:txBody>
          <a:bodyPr spcFirstLastPara="1" wrap="square" lIns="91425" tIns="91425" rIns="91425" bIns="91425" anchor="ctr">
            <a:noAutofit/>
          </a:bodyPr>
          <a:lstStyle/>
          <a:p>
            <a:pPr marL="0" lvl="0" indent="0" algn="ctr">
              <a:spcBef>
                <a:spcPts val="0"/>
              </a:spcBef>
              <a:spcAft>
                <a:spcPts val="0"/>
              </a:spcAft>
              <a:buNone/>
            </a:pPr>
            <a:r>
              <a:rPr sz="1200">
                <a:solidFill>
                  <a:schemeClr val="lt2"/>
                </a:solidFill>
              </a:rPr>
              <a:t>Image Placeholder</a:t>
            </a:r>
            <a:endParaRPr/>
          </a:p>
        </p:txBody>
      </p:sp>
      <p:sp>
        <p:nvSpPr>
          <p:cNvPr id="48" name="Google Shape;48;p9">
            <a:extLst>
              <a:ext uri="{FF2B5EF4-FFF2-40B4-BE49-F238E27FC236}">
                <a16:creationId xmlns:a16="http://schemas.microsoft.com/office/drawing/2014/main" id="{33E58B71-D425-4563-BF5B-2F852BEF9795}"/>
              </a:ext>
            </a:extLst>
          </p:cNvPr>
          <p:cNvSpPr>
            <a:spLocks noGrp="1"/>
          </p:cNvSpPr>
          <p:nvPr>
            <p:ph type="body" idx="1"/>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sp>
        <p:nvSpPr>
          <p:cNvPr id="49" name="Google Shape;49;p9">
            <a:extLst>
              <a:ext uri="{FF2B5EF4-FFF2-40B4-BE49-F238E27FC236}">
                <a16:creationId xmlns:a16="http://schemas.microsoft.com/office/drawing/2014/main" id="{0938DF94-1602-4A04-A05F-31387BE9DDA9}"/>
              </a:ext>
            </a:extLst>
          </p:cNvPr>
          <p:cNvSpPr>
            <a:spLocks noGrp="1"/>
          </p:cNvSpPr>
          <p:nvPr>
            <p:ph type="body" idx="2"/>
          </p:nvPr>
        </p:nvSpPr>
        <p:spPr>
          <a:xfrm>
            <a:off x="506875" y="4800600"/>
            <a:ext cx="81303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pic>
        <p:nvPicPr>
          <p:cNvPr id="60" name="Google Shape;50;p9"/>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51" name="Google Shape;51;p9">
            <a:extLst>
              <a:ext uri="{FF2B5EF4-FFF2-40B4-BE49-F238E27FC236}">
                <a16:creationId xmlns:a16="http://schemas.microsoft.com/office/drawing/2014/main" id="{3EEACAE1-1789-46CB-B84B-4757141C594D}"/>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52" name="Google Shape;52;p9">
            <a:extLst>
              <a:ext uri="{FF2B5EF4-FFF2-40B4-BE49-F238E27FC236}">
                <a16:creationId xmlns:a16="http://schemas.microsoft.com/office/drawing/2014/main" id="{C85B8427-C183-4612-BB30-5D5C2594BAB1}"/>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
        <p:nvSpPr>
          <p:cNvPr id="53" name="Google Shape;53;p9">
            <a:extLst>
              <a:ext uri="{FF2B5EF4-FFF2-40B4-BE49-F238E27FC236}">
                <a16:creationId xmlns:a16="http://schemas.microsoft.com/office/drawing/2014/main" id="{20CBE7BB-1C7A-46C2-A944-E73A5E2CA691}"/>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lvl1pPr>
              <a:buNone/>
              <a:defRPr>
                <a:solidFill>
                  <a:srgbClr val="000000"/>
                </a:solidFill>
              </a:defRPr>
            </a:lvl1pPr>
            <a:lvl2pPr>
              <a:buNone/>
              <a:defRPr>
                <a:solidFill>
                  <a:srgbClr val="000000"/>
                </a:solidFill>
              </a:defRPr>
            </a:lvl2pPr>
            <a:lvl3pPr>
              <a:buNone/>
              <a:defRPr>
                <a:solidFill>
                  <a:srgbClr val="000000"/>
                </a:solidFill>
              </a:defRPr>
            </a:lvl3pPr>
            <a:lvl4pPr>
              <a:buNone/>
              <a:defRPr>
                <a:solidFill>
                  <a:srgbClr val="000000"/>
                </a:solidFill>
              </a:defRPr>
            </a:lvl4pPr>
            <a:lvl5pPr>
              <a:buNone/>
              <a:defRPr>
                <a:solidFill>
                  <a:srgbClr val="000000"/>
                </a:solidFill>
              </a:defRPr>
            </a:lvl5pPr>
            <a:lvl6pPr>
              <a:buNone/>
              <a:defRPr>
                <a:solidFill>
                  <a:srgbClr val="000000"/>
                </a:solidFill>
              </a:defRPr>
            </a:lvl6pPr>
            <a:lvl7pPr>
              <a:buNone/>
              <a:defRPr>
                <a:solidFill>
                  <a:srgbClr val="000000"/>
                </a:solidFill>
              </a:defRPr>
            </a:lvl7pPr>
            <a:lvl8pPr>
              <a:buNone/>
              <a:defRPr>
                <a:solidFill>
                  <a:srgbClr val="000000"/>
                </a:solidFill>
              </a:defRPr>
            </a:lvl8pPr>
            <a:lvl9pPr>
              <a:buNone/>
              <a:defRPr>
                <a:solidFill>
                  <a:srgbClr val="000000"/>
                </a:solidFill>
              </a:defRPr>
            </a:lvl9pPr>
          </a:lstStyle>
          <a:p>
            <a:pPr marL="0" lvl="0" indent="0" algn="l">
              <a:spcBef>
                <a:spcPts val="0"/>
              </a:spcBef>
              <a:spcAft>
                <a:spcPts val="0"/>
              </a:spcAft>
              <a:buNone/>
            </a:pPr>
            <a:fld id="{00000000-1234-1234-1234-123412341234}"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Image Option 2">
  <p:cSld name="CUSTOM_1_1_1_1">
    <p:spTree>
      <p:nvGrpSpPr>
        <p:cNvPr id="1" name=""/>
        <p:cNvGrpSpPr/>
        <p:nvPr/>
      </p:nvGrpSpPr>
      <p:grpSpPr>
        <a:xfrm>
          <a:off x="0" y="0"/>
          <a:ext cx="0" cy="0"/>
          <a:chOff x="0" y="0"/>
          <a:chExt cx="0" cy="0"/>
        </a:xfrm>
      </p:grpSpPr>
      <p:pic>
        <p:nvPicPr>
          <p:cNvPr id="64" name="Google Shape;55;p10"/>
          <p:cNvPicPr>
            <a:picLocks noChangeAspect="1"/>
          </p:cNvPicPr>
          <p:nvPr/>
        </p:nvPicPr>
        <p:blipFill rotWithShape="1">
          <a:blip r:embed="rId2">
            <a:alphaModFix/>
          </a:blip>
          <a:srcRect t="-7227"/>
          <a:stretch/>
        </p:blipFill>
        <p:spPr>
          <a:xfrm>
            <a:off x="5753100" y="1743075"/>
            <a:ext cx="3390900" cy="3400500"/>
          </a:xfrm>
          <a:prstGeom prst="rect">
            <a:avLst/>
          </a:prstGeom>
          <a:ln>
            <a:noFill/>
          </a:ln>
        </p:spPr>
      </p:pic>
      <p:sp>
        <p:nvSpPr>
          <p:cNvPr id="56" name="Google Shape;56;p10">
            <a:extLst>
              <a:ext uri="{FF2B5EF4-FFF2-40B4-BE49-F238E27FC236}">
                <a16:creationId xmlns:a16="http://schemas.microsoft.com/office/drawing/2014/main" id="{09DAEDCF-9179-4597-8815-E6EF27B6DEF4}"/>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57" name="Google Shape;57;p10">
            <a:extLst>
              <a:ext uri="{FF2B5EF4-FFF2-40B4-BE49-F238E27FC236}">
                <a16:creationId xmlns:a16="http://schemas.microsoft.com/office/drawing/2014/main" id="{BBB907F0-F701-4528-A06E-BC7CD187B064}"/>
              </a:ext>
            </a:extLst>
          </p:cNvPr>
          <p:cNvSpPr>
            <a:spLocks noGrp="1"/>
          </p:cNvSpPr>
          <p:nvPr>
            <p:ph type="body" idx="1"/>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sp>
        <p:nvSpPr>
          <p:cNvPr id="58" name="Google Shape;58;p10">
            <a:extLst>
              <a:ext uri="{FF2B5EF4-FFF2-40B4-BE49-F238E27FC236}">
                <a16:creationId xmlns:a16="http://schemas.microsoft.com/office/drawing/2014/main" id="{0929F0FD-1211-497E-AFBB-AFEA84029A0E}"/>
              </a:ext>
            </a:extLst>
          </p:cNvPr>
          <p:cNvSpPr>
            <a:spLocks noGrp="1"/>
          </p:cNvSpPr>
          <p:nvPr>
            <p:ph type="body" idx="2"/>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pic>
        <p:nvPicPr>
          <p:cNvPr id="68" name="Google Shape;59;p10"/>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60" name="Google Shape;60;p10">
            <a:extLst>
              <a:ext uri="{FF2B5EF4-FFF2-40B4-BE49-F238E27FC236}">
                <a16:creationId xmlns:a16="http://schemas.microsoft.com/office/drawing/2014/main" id="{911A2C58-2EAC-43E2-91FF-7DD277495AD9}"/>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61" name="Google Shape;61;p10">
            <a:extLst>
              <a:ext uri="{FF2B5EF4-FFF2-40B4-BE49-F238E27FC236}">
                <a16:creationId xmlns:a16="http://schemas.microsoft.com/office/drawing/2014/main" id="{EBB08F40-A84E-44D8-AADC-60BCC93F74AF}"/>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Image Option 3">
  <p:cSld name="CUSTOM_1_1_1_1_2">
    <p:spTree>
      <p:nvGrpSpPr>
        <p:cNvPr id="1" name=""/>
        <p:cNvGrpSpPr/>
        <p:nvPr/>
      </p:nvGrpSpPr>
      <p:grpSpPr>
        <a:xfrm>
          <a:off x="0" y="0"/>
          <a:ext cx="0" cy="0"/>
          <a:chOff x="0" y="0"/>
          <a:chExt cx="0" cy="0"/>
        </a:xfrm>
      </p:grpSpPr>
      <p:pic>
        <p:nvPicPr>
          <p:cNvPr id="72" name="Google Shape;63;p11"/>
          <p:cNvPicPr>
            <a:picLocks noChangeAspect="1"/>
          </p:cNvPicPr>
          <p:nvPr/>
        </p:nvPicPr>
        <p:blipFill rotWithShape="1">
          <a:blip r:embed="rId2">
            <a:alphaModFix/>
          </a:blip>
          <a:srcRect/>
          <a:stretch/>
        </p:blipFill>
        <p:spPr>
          <a:xfrm>
            <a:off x="5753100" y="2347000"/>
            <a:ext cx="3390900" cy="2796600"/>
          </a:xfrm>
          <a:prstGeom prst="rect">
            <a:avLst/>
          </a:prstGeom>
          <a:ln>
            <a:noFill/>
          </a:ln>
        </p:spPr>
      </p:pic>
      <p:sp>
        <p:nvSpPr>
          <p:cNvPr id="64" name="Google Shape;64;p11">
            <a:extLst>
              <a:ext uri="{FF2B5EF4-FFF2-40B4-BE49-F238E27FC236}">
                <a16:creationId xmlns:a16="http://schemas.microsoft.com/office/drawing/2014/main" id="{E06075FD-C44D-489E-834B-0952C1777FE8}"/>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65" name="Google Shape;65;p11">
            <a:extLst>
              <a:ext uri="{FF2B5EF4-FFF2-40B4-BE49-F238E27FC236}">
                <a16:creationId xmlns:a16="http://schemas.microsoft.com/office/drawing/2014/main" id="{878549B6-CC65-43A9-B50A-88489694A530}"/>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66" name="Google Shape;66;p11">
            <a:extLst>
              <a:ext uri="{FF2B5EF4-FFF2-40B4-BE49-F238E27FC236}">
                <a16:creationId xmlns:a16="http://schemas.microsoft.com/office/drawing/2014/main" id="{796DBDEE-57A2-4FCD-B54F-DA2FDC59B067}"/>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76" name="Google Shape;67;p11"/>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68" name="Google Shape;68;p11">
            <a:extLst>
              <a:ext uri="{FF2B5EF4-FFF2-40B4-BE49-F238E27FC236}">
                <a16:creationId xmlns:a16="http://schemas.microsoft.com/office/drawing/2014/main" id="{87552C3D-9479-46D6-9D33-13AAF34990F9}"/>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69" name="Google Shape;69;p11">
            <a:extLst>
              <a:ext uri="{FF2B5EF4-FFF2-40B4-BE49-F238E27FC236}">
                <a16:creationId xmlns:a16="http://schemas.microsoft.com/office/drawing/2014/main" id="{8B7542AB-E533-4C04-AE7F-B56E4A124C60}"/>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 Option 4">
  <p:cSld name="CUSTOM_1_1_1_1_2_1">
    <p:spTree>
      <p:nvGrpSpPr>
        <p:cNvPr id="1" name=""/>
        <p:cNvGrpSpPr/>
        <p:nvPr/>
      </p:nvGrpSpPr>
      <p:grpSpPr>
        <a:xfrm>
          <a:off x="0" y="0"/>
          <a:ext cx="0" cy="0"/>
          <a:chOff x="0" y="0"/>
          <a:chExt cx="0" cy="0"/>
        </a:xfrm>
      </p:grpSpPr>
      <p:pic>
        <p:nvPicPr>
          <p:cNvPr id="80" name="Google Shape;71;p12"/>
          <p:cNvPicPr>
            <a:picLocks noChangeAspect="1"/>
          </p:cNvPicPr>
          <p:nvPr/>
        </p:nvPicPr>
        <p:blipFill rotWithShape="1">
          <a:blip r:embed="rId2">
            <a:alphaModFix/>
          </a:blip>
          <a:srcRect/>
          <a:stretch/>
        </p:blipFill>
        <p:spPr>
          <a:xfrm>
            <a:off x="5753100" y="1743075"/>
            <a:ext cx="3390900" cy="3400500"/>
          </a:xfrm>
          <a:prstGeom prst="rect">
            <a:avLst/>
          </a:prstGeom>
          <a:ln>
            <a:noFill/>
          </a:ln>
        </p:spPr>
      </p:pic>
      <p:sp>
        <p:nvSpPr>
          <p:cNvPr id="72" name="Google Shape;72;p12">
            <a:extLst>
              <a:ext uri="{FF2B5EF4-FFF2-40B4-BE49-F238E27FC236}">
                <a16:creationId xmlns:a16="http://schemas.microsoft.com/office/drawing/2014/main" id="{0C450678-DE76-4491-9EBD-412B7BD6283A}"/>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73" name="Google Shape;73;p12">
            <a:extLst>
              <a:ext uri="{FF2B5EF4-FFF2-40B4-BE49-F238E27FC236}">
                <a16:creationId xmlns:a16="http://schemas.microsoft.com/office/drawing/2014/main" id="{91455F0D-B3CE-4ABC-B490-78FECA81FB4A}"/>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74" name="Google Shape;74;p12">
            <a:extLst>
              <a:ext uri="{FF2B5EF4-FFF2-40B4-BE49-F238E27FC236}">
                <a16:creationId xmlns:a16="http://schemas.microsoft.com/office/drawing/2014/main" id="{D7046ACC-B641-43CC-8317-590E64277B50}"/>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84" name="Google Shape;75;p12"/>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76" name="Google Shape;76;p12">
            <a:extLst>
              <a:ext uri="{FF2B5EF4-FFF2-40B4-BE49-F238E27FC236}">
                <a16:creationId xmlns:a16="http://schemas.microsoft.com/office/drawing/2014/main" id="{2EBF7208-02C9-4689-A0B9-76C4A3837196}"/>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77" name="Google Shape;77;p12">
            <a:extLst>
              <a:ext uri="{FF2B5EF4-FFF2-40B4-BE49-F238E27FC236}">
                <a16:creationId xmlns:a16="http://schemas.microsoft.com/office/drawing/2014/main" id="{50E4251E-3694-4AC7-B74C-BF2B0407E085}"/>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Image Option 5">
  <p:cSld name="CUSTOM_1_1_1_1_2_1_1">
    <p:spTree>
      <p:nvGrpSpPr>
        <p:cNvPr id="1" name=""/>
        <p:cNvGrpSpPr/>
        <p:nvPr/>
      </p:nvGrpSpPr>
      <p:grpSpPr>
        <a:xfrm>
          <a:off x="0" y="0"/>
          <a:ext cx="0" cy="0"/>
          <a:chOff x="0" y="0"/>
          <a:chExt cx="0" cy="0"/>
        </a:xfrm>
      </p:grpSpPr>
      <p:pic>
        <p:nvPicPr>
          <p:cNvPr id="88" name="Google Shape;79;p13"/>
          <p:cNvPicPr>
            <a:picLocks noChangeAspect="1"/>
          </p:cNvPicPr>
          <p:nvPr/>
        </p:nvPicPr>
        <p:blipFill rotWithShape="1">
          <a:blip r:embed="rId2">
            <a:alphaModFix/>
          </a:blip>
          <a:srcRect/>
          <a:stretch/>
        </p:blipFill>
        <p:spPr>
          <a:xfrm>
            <a:off x="5753100" y="2123925"/>
            <a:ext cx="3390900" cy="3019800"/>
          </a:xfrm>
          <a:prstGeom prst="rect">
            <a:avLst/>
          </a:prstGeom>
          <a:ln>
            <a:noFill/>
          </a:ln>
        </p:spPr>
      </p:pic>
      <p:sp>
        <p:nvSpPr>
          <p:cNvPr id="80" name="Google Shape;80;p13">
            <a:extLst>
              <a:ext uri="{FF2B5EF4-FFF2-40B4-BE49-F238E27FC236}">
                <a16:creationId xmlns:a16="http://schemas.microsoft.com/office/drawing/2014/main" id="{AEEF4C07-3D26-4231-B7DE-029CB5F0BF04}"/>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1" name="Google Shape;81;p13">
            <a:extLst>
              <a:ext uri="{FF2B5EF4-FFF2-40B4-BE49-F238E27FC236}">
                <a16:creationId xmlns:a16="http://schemas.microsoft.com/office/drawing/2014/main" id="{FE724F39-6353-4FDA-AA02-95E9FD4A490C}"/>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82" name="Google Shape;82;p13">
            <a:extLst>
              <a:ext uri="{FF2B5EF4-FFF2-40B4-BE49-F238E27FC236}">
                <a16:creationId xmlns:a16="http://schemas.microsoft.com/office/drawing/2014/main" id="{EAD944EB-E94B-4132-9BFA-6A9021AB20B2}"/>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92" name="Google Shape;83;p13"/>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84" name="Google Shape;84;p13">
            <a:extLst>
              <a:ext uri="{FF2B5EF4-FFF2-40B4-BE49-F238E27FC236}">
                <a16:creationId xmlns:a16="http://schemas.microsoft.com/office/drawing/2014/main" id="{A8043661-352F-4626-8EB0-ED25C74A9D11}"/>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5" name="Google Shape;85;p13">
            <a:extLst>
              <a:ext uri="{FF2B5EF4-FFF2-40B4-BE49-F238E27FC236}">
                <a16:creationId xmlns:a16="http://schemas.microsoft.com/office/drawing/2014/main" id="{6ED00C29-5A0D-4713-807D-2C254CCB6CB8}"/>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Image Option 6">
  <p:cSld name="CUSTOM_1_1_1_1_2_1_1_1">
    <p:spTree>
      <p:nvGrpSpPr>
        <p:cNvPr id="1" name=""/>
        <p:cNvGrpSpPr/>
        <p:nvPr/>
      </p:nvGrpSpPr>
      <p:grpSpPr>
        <a:xfrm>
          <a:off x="0" y="0"/>
          <a:ext cx="0" cy="0"/>
          <a:chOff x="0" y="0"/>
          <a:chExt cx="0" cy="0"/>
        </a:xfrm>
      </p:grpSpPr>
      <p:pic>
        <p:nvPicPr>
          <p:cNvPr id="96" name="Google Shape;87;p14"/>
          <p:cNvPicPr>
            <a:picLocks noChangeAspect="1"/>
          </p:cNvPicPr>
          <p:nvPr/>
        </p:nvPicPr>
        <p:blipFill rotWithShape="1">
          <a:blip r:embed="rId2">
            <a:alphaModFix/>
          </a:blip>
          <a:srcRect/>
          <a:stretch/>
        </p:blipFill>
        <p:spPr>
          <a:xfrm>
            <a:off x="5753100" y="1743075"/>
            <a:ext cx="3390900" cy="3400500"/>
          </a:xfrm>
          <a:prstGeom prst="rect">
            <a:avLst/>
          </a:prstGeom>
          <a:ln>
            <a:noFill/>
          </a:ln>
        </p:spPr>
      </p:pic>
      <p:sp>
        <p:nvSpPr>
          <p:cNvPr id="88" name="Google Shape;88;p14">
            <a:extLst>
              <a:ext uri="{FF2B5EF4-FFF2-40B4-BE49-F238E27FC236}">
                <a16:creationId xmlns:a16="http://schemas.microsoft.com/office/drawing/2014/main" id="{FD68991D-8C6F-4E9E-9AA5-A86879CB97AB}"/>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 name="Google Shape;89;p14">
            <a:extLst>
              <a:ext uri="{FF2B5EF4-FFF2-40B4-BE49-F238E27FC236}">
                <a16:creationId xmlns:a16="http://schemas.microsoft.com/office/drawing/2014/main" id="{59BEFC06-589F-4080-B9E2-4E79F2933F18}"/>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90" name="Google Shape;90;p14">
            <a:extLst>
              <a:ext uri="{FF2B5EF4-FFF2-40B4-BE49-F238E27FC236}">
                <a16:creationId xmlns:a16="http://schemas.microsoft.com/office/drawing/2014/main" id="{C07FB9B7-BC8D-40DB-989E-657589969B29}"/>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100" name="Google Shape;91;p14"/>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92" name="Google Shape;92;p14">
            <a:extLst>
              <a:ext uri="{FF2B5EF4-FFF2-40B4-BE49-F238E27FC236}">
                <a16:creationId xmlns:a16="http://schemas.microsoft.com/office/drawing/2014/main" id="{C6786C25-3626-4589-8EFD-459AA969DF30}"/>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3" name="Google Shape;93;p14">
            <a:extLst>
              <a:ext uri="{FF2B5EF4-FFF2-40B4-BE49-F238E27FC236}">
                <a16:creationId xmlns:a16="http://schemas.microsoft.com/office/drawing/2014/main" id="{EEF1FBFF-0BD3-4BD5-8EDF-689F8F304D6F}"/>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Image Option 7">
  <p:cSld name="CUSTOM_1_1_1_1_2_1_1_1_1">
    <p:spTree>
      <p:nvGrpSpPr>
        <p:cNvPr id="1" name=""/>
        <p:cNvGrpSpPr/>
        <p:nvPr/>
      </p:nvGrpSpPr>
      <p:grpSpPr>
        <a:xfrm>
          <a:off x="0" y="0"/>
          <a:ext cx="0" cy="0"/>
          <a:chOff x="0" y="0"/>
          <a:chExt cx="0" cy="0"/>
        </a:xfrm>
      </p:grpSpPr>
      <p:pic>
        <p:nvPicPr>
          <p:cNvPr id="104" name="Google Shape;95;p15"/>
          <p:cNvPicPr>
            <a:picLocks noChangeAspect="1"/>
          </p:cNvPicPr>
          <p:nvPr/>
        </p:nvPicPr>
        <p:blipFill rotWithShape="1">
          <a:blip r:embed="rId2">
            <a:alphaModFix/>
          </a:blip>
          <a:srcRect/>
          <a:stretch/>
        </p:blipFill>
        <p:spPr>
          <a:xfrm>
            <a:off x="5753100" y="2238200"/>
            <a:ext cx="3390900" cy="2905500"/>
          </a:xfrm>
          <a:prstGeom prst="rect">
            <a:avLst/>
          </a:prstGeom>
          <a:ln>
            <a:noFill/>
          </a:ln>
        </p:spPr>
      </p:pic>
      <p:sp>
        <p:nvSpPr>
          <p:cNvPr id="96" name="Google Shape;96;p15">
            <a:extLst>
              <a:ext uri="{FF2B5EF4-FFF2-40B4-BE49-F238E27FC236}">
                <a16:creationId xmlns:a16="http://schemas.microsoft.com/office/drawing/2014/main" id="{C3AB9A68-1A7B-4052-B878-09061D0832AF}"/>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7" name="Google Shape;97;p15">
            <a:extLst>
              <a:ext uri="{FF2B5EF4-FFF2-40B4-BE49-F238E27FC236}">
                <a16:creationId xmlns:a16="http://schemas.microsoft.com/office/drawing/2014/main" id="{AF1E211E-14D2-4F96-96E8-3FFEC2B44560}"/>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98" name="Google Shape;98;p15">
            <a:extLst>
              <a:ext uri="{FF2B5EF4-FFF2-40B4-BE49-F238E27FC236}">
                <a16:creationId xmlns:a16="http://schemas.microsoft.com/office/drawing/2014/main" id="{E2F3BCB0-4114-4A55-B196-AE8C3EF9498D}"/>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108" name="Google Shape;99;p15"/>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100" name="Google Shape;100;p15">
            <a:extLst>
              <a:ext uri="{FF2B5EF4-FFF2-40B4-BE49-F238E27FC236}">
                <a16:creationId xmlns:a16="http://schemas.microsoft.com/office/drawing/2014/main" id="{30B20684-29AB-4629-8E89-81F96AF78356}"/>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01" name="Google Shape;101;p15">
            <a:extLst>
              <a:ext uri="{FF2B5EF4-FFF2-40B4-BE49-F238E27FC236}">
                <a16:creationId xmlns:a16="http://schemas.microsoft.com/office/drawing/2014/main" id="{694B62D1-41D8-4C85-B04C-6502ECBECE90}"/>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Image Option 8">
  <p:cSld name="CUSTOM_1_1_1_1_2_1_1_1_1_1">
    <p:spTree>
      <p:nvGrpSpPr>
        <p:cNvPr id="1" name=""/>
        <p:cNvGrpSpPr/>
        <p:nvPr/>
      </p:nvGrpSpPr>
      <p:grpSpPr>
        <a:xfrm>
          <a:off x="0" y="0"/>
          <a:ext cx="0" cy="0"/>
          <a:chOff x="0" y="0"/>
          <a:chExt cx="0" cy="0"/>
        </a:xfrm>
      </p:grpSpPr>
      <p:pic>
        <p:nvPicPr>
          <p:cNvPr id="112" name="Google Shape;103;p16"/>
          <p:cNvPicPr>
            <a:picLocks noChangeAspect="1"/>
          </p:cNvPicPr>
          <p:nvPr/>
        </p:nvPicPr>
        <p:blipFill rotWithShape="1">
          <a:blip r:embed="rId2">
            <a:alphaModFix/>
          </a:blip>
          <a:srcRect/>
          <a:stretch/>
        </p:blipFill>
        <p:spPr>
          <a:xfrm>
            <a:off x="5753100" y="2278200"/>
            <a:ext cx="3390900" cy="2865600"/>
          </a:xfrm>
          <a:prstGeom prst="rect">
            <a:avLst/>
          </a:prstGeom>
          <a:ln>
            <a:noFill/>
          </a:ln>
        </p:spPr>
      </p:pic>
      <p:sp>
        <p:nvSpPr>
          <p:cNvPr id="104" name="Google Shape;104;p16">
            <a:extLst>
              <a:ext uri="{FF2B5EF4-FFF2-40B4-BE49-F238E27FC236}">
                <a16:creationId xmlns:a16="http://schemas.microsoft.com/office/drawing/2014/main" id="{3DDAD052-BAC8-4F12-8835-AAA6CBC3127E}"/>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05" name="Google Shape;105;p16">
            <a:extLst>
              <a:ext uri="{FF2B5EF4-FFF2-40B4-BE49-F238E27FC236}">
                <a16:creationId xmlns:a16="http://schemas.microsoft.com/office/drawing/2014/main" id="{A75D4A6C-DF72-4275-99EC-EEFCA3C06BAB}"/>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106" name="Google Shape;106;p16">
            <a:extLst>
              <a:ext uri="{FF2B5EF4-FFF2-40B4-BE49-F238E27FC236}">
                <a16:creationId xmlns:a16="http://schemas.microsoft.com/office/drawing/2014/main" id="{CD493695-CEF7-4D5E-885D-FC2834584F8A}"/>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116" name="Google Shape;107;p16"/>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108" name="Google Shape;108;p16">
            <a:extLst>
              <a:ext uri="{FF2B5EF4-FFF2-40B4-BE49-F238E27FC236}">
                <a16:creationId xmlns:a16="http://schemas.microsoft.com/office/drawing/2014/main" id="{8C5E6835-879D-4B9A-AD9C-432C8A1C5CBB}"/>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09" name="Google Shape;109;p16">
            <a:extLst>
              <a:ext uri="{FF2B5EF4-FFF2-40B4-BE49-F238E27FC236}">
                <a16:creationId xmlns:a16="http://schemas.microsoft.com/office/drawing/2014/main" id="{4907ACD2-C821-46AA-A07D-A1A8388B3950}"/>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Image Option 9">
  <p:cSld name="CUSTOM_1_1_1_1_2_1_1_1_1_1_1">
    <p:spTree>
      <p:nvGrpSpPr>
        <p:cNvPr id="1" name=""/>
        <p:cNvGrpSpPr/>
        <p:nvPr/>
      </p:nvGrpSpPr>
      <p:grpSpPr>
        <a:xfrm>
          <a:off x="0" y="0"/>
          <a:ext cx="0" cy="0"/>
          <a:chOff x="0" y="0"/>
          <a:chExt cx="0" cy="0"/>
        </a:xfrm>
      </p:grpSpPr>
      <p:pic>
        <p:nvPicPr>
          <p:cNvPr id="120" name="Google Shape;111;p17"/>
          <p:cNvPicPr>
            <a:picLocks noChangeAspect="1"/>
          </p:cNvPicPr>
          <p:nvPr/>
        </p:nvPicPr>
        <p:blipFill rotWithShape="1">
          <a:blip r:embed="rId2">
            <a:alphaModFix/>
          </a:blip>
          <a:srcRect/>
          <a:stretch/>
        </p:blipFill>
        <p:spPr>
          <a:xfrm>
            <a:off x="5753100" y="2341900"/>
            <a:ext cx="3390900" cy="2801700"/>
          </a:xfrm>
          <a:prstGeom prst="rect">
            <a:avLst/>
          </a:prstGeom>
          <a:ln>
            <a:noFill/>
          </a:ln>
        </p:spPr>
      </p:pic>
      <p:sp>
        <p:nvSpPr>
          <p:cNvPr id="112" name="Google Shape;112;p17">
            <a:extLst>
              <a:ext uri="{FF2B5EF4-FFF2-40B4-BE49-F238E27FC236}">
                <a16:creationId xmlns:a16="http://schemas.microsoft.com/office/drawing/2014/main" id="{F746C8F5-B358-47B3-9BA0-43E1CF1419AF}"/>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13" name="Google Shape;113;p17">
            <a:extLst>
              <a:ext uri="{FF2B5EF4-FFF2-40B4-BE49-F238E27FC236}">
                <a16:creationId xmlns:a16="http://schemas.microsoft.com/office/drawing/2014/main" id="{0E41198C-5195-48FA-953F-D4EF7E5EDB0F}"/>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114" name="Google Shape;114;p17">
            <a:extLst>
              <a:ext uri="{FF2B5EF4-FFF2-40B4-BE49-F238E27FC236}">
                <a16:creationId xmlns:a16="http://schemas.microsoft.com/office/drawing/2014/main" id="{45FB3AD8-DA14-4499-BDEE-047007FA5636}"/>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124" name="Google Shape;115;p17"/>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116" name="Google Shape;116;p17">
            <a:extLst>
              <a:ext uri="{FF2B5EF4-FFF2-40B4-BE49-F238E27FC236}">
                <a16:creationId xmlns:a16="http://schemas.microsoft.com/office/drawing/2014/main" id="{51020393-73EC-4502-8183-8255CFFB6689}"/>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17" name="Google Shape;117;p17">
            <a:extLst>
              <a:ext uri="{FF2B5EF4-FFF2-40B4-BE49-F238E27FC236}">
                <a16:creationId xmlns:a16="http://schemas.microsoft.com/office/drawing/2014/main" id="{8CB2C714-B23D-43C6-8383-4CDFA11E8892}"/>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Image Option 10">
  <p:cSld name="CUSTOM_1_1_1_1_2_1_1_1_1_1_1_1">
    <p:spTree>
      <p:nvGrpSpPr>
        <p:cNvPr id="1" name=""/>
        <p:cNvGrpSpPr/>
        <p:nvPr/>
      </p:nvGrpSpPr>
      <p:grpSpPr>
        <a:xfrm>
          <a:off x="0" y="0"/>
          <a:ext cx="0" cy="0"/>
          <a:chOff x="0" y="0"/>
          <a:chExt cx="0" cy="0"/>
        </a:xfrm>
      </p:grpSpPr>
      <p:pic>
        <p:nvPicPr>
          <p:cNvPr id="128" name="Google Shape;119;p18"/>
          <p:cNvPicPr>
            <a:picLocks noChangeAspect="1"/>
          </p:cNvPicPr>
          <p:nvPr/>
        </p:nvPicPr>
        <p:blipFill rotWithShape="1">
          <a:blip r:embed="rId2">
            <a:alphaModFix/>
          </a:blip>
          <a:srcRect/>
          <a:stretch/>
        </p:blipFill>
        <p:spPr>
          <a:xfrm>
            <a:off x="5753100" y="2433025"/>
            <a:ext cx="3390900" cy="2710500"/>
          </a:xfrm>
          <a:prstGeom prst="rect">
            <a:avLst/>
          </a:prstGeom>
          <a:ln>
            <a:noFill/>
          </a:ln>
        </p:spPr>
      </p:pic>
      <p:sp>
        <p:nvSpPr>
          <p:cNvPr id="120" name="Google Shape;120;p18">
            <a:extLst>
              <a:ext uri="{FF2B5EF4-FFF2-40B4-BE49-F238E27FC236}">
                <a16:creationId xmlns:a16="http://schemas.microsoft.com/office/drawing/2014/main" id="{BE41C21D-AE96-41F0-B506-57CFE740905F}"/>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21" name="Google Shape;121;p18">
            <a:extLst>
              <a:ext uri="{FF2B5EF4-FFF2-40B4-BE49-F238E27FC236}">
                <a16:creationId xmlns:a16="http://schemas.microsoft.com/office/drawing/2014/main" id="{72C32307-A953-48A2-BB4D-A1ECACA17F51}"/>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122" name="Google Shape;122;p18">
            <a:extLst>
              <a:ext uri="{FF2B5EF4-FFF2-40B4-BE49-F238E27FC236}">
                <a16:creationId xmlns:a16="http://schemas.microsoft.com/office/drawing/2014/main" id="{CBDDCD67-CBEC-4BF1-AD51-4123100C9E8D}"/>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132" name="Google Shape;123;p18"/>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124" name="Google Shape;124;p18">
            <a:extLst>
              <a:ext uri="{FF2B5EF4-FFF2-40B4-BE49-F238E27FC236}">
                <a16:creationId xmlns:a16="http://schemas.microsoft.com/office/drawing/2014/main" id="{02C3228C-0EA5-4399-9B3B-ED229217C1C6}"/>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25" name="Google Shape;125;p18">
            <a:extLst>
              <a:ext uri="{FF2B5EF4-FFF2-40B4-BE49-F238E27FC236}">
                <a16:creationId xmlns:a16="http://schemas.microsoft.com/office/drawing/2014/main" id="{8F8EFED6-51BE-47DE-8037-552AF26FC35B}"/>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Image Option 11">
  <p:cSld name="CUSTOM_1_1_1_1_2_1_1_1_1_1_1_1_1">
    <p:spTree>
      <p:nvGrpSpPr>
        <p:cNvPr id="1" name=""/>
        <p:cNvGrpSpPr/>
        <p:nvPr/>
      </p:nvGrpSpPr>
      <p:grpSpPr>
        <a:xfrm>
          <a:off x="0" y="0"/>
          <a:ext cx="0" cy="0"/>
          <a:chOff x="0" y="0"/>
          <a:chExt cx="0" cy="0"/>
        </a:xfrm>
      </p:grpSpPr>
      <p:pic>
        <p:nvPicPr>
          <p:cNvPr id="136" name="Google Shape;127;p19"/>
          <p:cNvPicPr>
            <a:picLocks noChangeAspect="1"/>
          </p:cNvPicPr>
          <p:nvPr/>
        </p:nvPicPr>
        <p:blipFill rotWithShape="1">
          <a:blip r:embed="rId2">
            <a:alphaModFix/>
          </a:blip>
          <a:srcRect/>
          <a:stretch/>
        </p:blipFill>
        <p:spPr>
          <a:xfrm>
            <a:off x="5753100" y="1807675"/>
            <a:ext cx="3390900" cy="3336000"/>
          </a:xfrm>
          <a:prstGeom prst="rect">
            <a:avLst/>
          </a:prstGeom>
          <a:ln>
            <a:noFill/>
          </a:ln>
        </p:spPr>
      </p:pic>
      <p:sp>
        <p:nvSpPr>
          <p:cNvPr id="128" name="Google Shape;128;p19">
            <a:extLst>
              <a:ext uri="{FF2B5EF4-FFF2-40B4-BE49-F238E27FC236}">
                <a16:creationId xmlns:a16="http://schemas.microsoft.com/office/drawing/2014/main" id="{92BAF05E-DCB2-4634-8E25-1BE6B4143216}"/>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29" name="Google Shape;129;p19">
            <a:extLst>
              <a:ext uri="{FF2B5EF4-FFF2-40B4-BE49-F238E27FC236}">
                <a16:creationId xmlns:a16="http://schemas.microsoft.com/office/drawing/2014/main" id="{252D1301-D290-408A-992D-F30580BE3C69}"/>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130" name="Google Shape;130;p19">
            <a:extLst>
              <a:ext uri="{FF2B5EF4-FFF2-40B4-BE49-F238E27FC236}">
                <a16:creationId xmlns:a16="http://schemas.microsoft.com/office/drawing/2014/main" id="{399F9B25-B6D7-4B0C-8CAE-3C3CE40F444E}"/>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140" name="Google Shape;131;p19"/>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132" name="Google Shape;132;p19">
            <a:extLst>
              <a:ext uri="{FF2B5EF4-FFF2-40B4-BE49-F238E27FC236}">
                <a16:creationId xmlns:a16="http://schemas.microsoft.com/office/drawing/2014/main" id="{DB5E359E-C191-4641-BB6B-2277754C45BA}"/>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3" name="Google Shape;133;p19">
            <a:extLst>
              <a:ext uri="{FF2B5EF4-FFF2-40B4-BE49-F238E27FC236}">
                <a16:creationId xmlns:a16="http://schemas.microsoft.com/office/drawing/2014/main" id="{39916934-A25B-49B9-A776-88A4EADF574D}"/>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Image Option 12">
  <p:cSld name="CUSTOM_1_1_1_1_2_1_1_1_1_1_1_1_1_1">
    <p:spTree>
      <p:nvGrpSpPr>
        <p:cNvPr id="1" name=""/>
        <p:cNvGrpSpPr/>
        <p:nvPr/>
      </p:nvGrpSpPr>
      <p:grpSpPr>
        <a:xfrm>
          <a:off x="0" y="0"/>
          <a:ext cx="0" cy="0"/>
          <a:chOff x="0" y="0"/>
          <a:chExt cx="0" cy="0"/>
        </a:xfrm>
      </p:grpSpPr>
      <p:pic>
        <p:nvPicPr>
          <p:cNvPr id="144" name="Google Shape;135;p20"/>
          <p:cNvPicPr>
            <a:picLocks noChangeAspect="1"/>
          </p:cNvPicPr>
          <p:nvPr/>
        </p:nvPicPr>
        <p:blipFill rotWithShape="1">
          <a:blip r:embed="rId2">
            <a:alphaModFix/>
          </a:blip>
          <a:srcRect/>
          <a:stretch/>
        </p:blipFill>
        <p:spPr>
          <a:xfrm>
            <a:off x="5753100" y="1911750"/>
            <a:ext cx="3390900" cy="3231900"/>
          </a:xfrm>
          <a:prstGeom prst="rect">
            <a:avLst/>
          </a:prstGeom>
          <a:ln>
            <a:noFill/>
          </a:ln>
        </p:spPr>
      </p:pic>
      <p:sp>
        <p:nvSpPr>
          <p:cNvPr id="136" name="Google Shape;136;p20">
            <a:extLst>
              <a:ext uri="{FF2B5EF4-FFF2-40B4-BE49-F238E27FC236}">
                <a16:creationId xmlns:a16="http://schemas.microsoft.com/office/drawing/2014/main" id="{91D25C14-F715-4521-A3F4-31F08CA23E3B}"/>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7" name="Google Shape;137;p20">
            <a:extLst>
              <a:ext uri="{FF2B5EF4-FFF2-40B4-BE49-F238E27FC236}">
                <a16:creationId xmlns:a16="http://schemas.microsoft.com/office/drawing/2014/main" id="{2E7FD8DE-96C9-450D-B8D4-5442BED5074F}"/>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138" name="Google Shape;138;p20">
            <a:extLst>
              <a:ext uri="{FF2B5EF4-FFF2-40B4-BE49-F238E27FC236}">
                <a16:creationId xmlns:a16="http://schemas.microsoft.com/office/drawing/2014/main" id="{3983127D-4F34-46FA-B15E-5687F15E13F6}"/>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148" name="Google Shape;139;p20"/>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140" name="Google Shape;140;p20">
            <a:extLst>
              <a:ext uri="{FF2B5EF4-FFF2-40B4-BE49-F238E27FC236}">
                <a16:creationId xmlns:a16="http://schemas.microsoft.com/office/drawing/2014/main" id="{BC352528-8E83-46A3-B98F-227A1C89E543}"/>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41" name="Google Shape;141;p20">
            <a:extLst>
              <a:ext uri="{FF2B5EF4-FFF2-40B4-BE49-F238E27FC236}">
                <a16:creationId xmlns:a16="http://schemas.microsoft.com/office/drawing/2014/main" id="{85846D94-0354-40B0-A1C6-BA388D9D21E2}"/>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Image Option 13">
  <p:cSld name="CUSTOM_1_1_1_1_2_1_1_1_1_1_1_1_1_1_1">
    <p:spTree>
      <p:nvGrpSpPr>
        <p:cNvPr id="1" name=""/>
        <p:cNvGrpSpPr/>
        <p:nvPr/>
      </p:nvGrpSpPr>
      <p:grpSpPr>
        <a:xfrm>
          <a:off x="0" y="0"/>
          <a:ext cx="0" cy="0"/>
          <a:chOff x="0" y="0"/>
          <a:chExt cx="0" cy="0"/>
        </a:xfrm>
      </p:grpSpPr>
      <p:pic>
        <p:nvPicPr>
          <p:cNvPr id="152" name="Google Shape;143;p21"/>
          <p:cNvPicPr>
            <a:picLocks noChangeAspect="1"/>
          </p:cNvPicPr>
          <p:nvPr/>
        </p:nvPicPr>
        <p:blipFill rotWithShape="1">
          <a:blip r:embed="rId2">
            <a:alphaModFix/>
          </a:blip>
          <a:srcRect/>
          <a:stretch/>
        </p:blipFill>
        <p:spPr>
          <a:xfrm>
            <a:off x="5753100" y="2469075"/>
            <a:ext cx="3390900" cy="2674500"/>
          </a:xfrm>
          <a:prstGeom prst="rect">
            <a:avLst/>
          </a:prstGeom>
          <a:ln>
            <a:noFill/>
          </a:ln>
        </p:spPr>
      </p:pic>
      <p:sp>
        <p:nvSpPr>
          <p:cNvPr id="144" name="Google Shape;144;p21">
            <a:extLst>
              <a:ext uri="{FF2B5EF4-FFF2-40B4-BE49-F238E27FC236}">
                <a16:creationId xmlns:a16="http://schemas.microsoft.com/office/drawing/2014/main" id="{8240AB59-3A77-4612-92FD-4C80B6364467}"/>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45" name="Google Shape;145;p21">
            <a:extLst>
              <a:ext uri="{FF2B5EF4-FFF2-40B4-BE49-F238E27FC236}">
                <a16:creationId xmlns:a16="http://schemas.microsoft.com/office/drawing/2014/main" id="{8F55721E-2015-466D-9200-3CFDBA29D695}"/>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146" name="Google Shape;146;p21">
            <a:extLst>
              <a:ext uri="{FF2B5EF4-FFF2-40B4-BE49-F238E27FC236}">
                <a16:creationId xmlns:a16="http://schemas.microsoft.com/office/drawing/2014/main" id="{DD8576D2-6E54-4D83-B780-C17FF53B65C6}"/>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156" name="Google Shape;147;p21"/>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148" name="Google Shape;148;p21">
            <a:extLst>
              <a:ext uri="{FF2B5EF4-FFF2-40B4-BE49-F238E27FC236}">
                <a16:creationId xmlns:a16="http://schemas.microsoft.com/office/drawing/2014/main" id="{E5D0A03B-CE6F-44C6-ADD3-B3676EB04BB5}"/>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49" name="Google Shape;149;p21">
            <a:extLst>
              <a:ext uri="{FF2B5EF4-FFF2-40B4-BE49-F238E27FC236}">
                <a16:creationId xmlns:a16="http://schemas.microsoft.com/office/drawing/2014/main" id="{E38114C2-18A4-4BA9-96DD-40B3C50331D9}"/>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Image Option 14">
  <p:cSld name="CUSTOM_1_1_1_1_2_1_1_1_1_1_1_1_1_1_1_1">
    <p:spTree>
      <p:nvGrpSpPr>
        <p:cNvPr id="1" name=""/>
        <p:cNvGrpSpPr/>
        <p:nvPr/>
      </p:nvGrpSpPr>
      <p:grpSpPr>
        <a:xfrm>
          <a:off x="0" y="0"/>
          <a:ext cx="0" cy="0"/>
          <a:chOff x="0" y="0"/>
          <a:chExt cx="0" cy="0"/>
        </a:xfrm>
      </p:grpSpPr>
      <p:pic>
        <p:nvPicPr>
          <p:cNvPr id="160" name="Google Shape;151;p22"/>
          <p:cNvPicPr>
            <a:picLocks noChangeAspect="1"/>
          </p:cNvPicPr>
          <p:nvPr/>
        </p:nvPicPr>
        <p:blipFill rotWithShape="1">
          <a:blip r:embed="rId2">
            <a:alphaModFix/>
          </a:blip>
          <a:srcRect/>
          <a:stretch/>
        </p:blipFill>
        <p:spPr>
          <a:xfrm>
            <a:off x="5753100" y="2428625"/>
            <a:ext cx="3390900" cy="2715000"/>
          </a:xfrm>
          <a:prstGeom prst="rect">
            <a:avLst/>
          </a:prstGeom>
          <a:ln>
            <a:noFill/>
          </a:ln>
        </p:spPr>
      </p:pic>
      <p:sp>
        <p:nvSpPr>
          <p:cNvPr id="152" name="Google Shape;152;p22">
            <a:extLst>
              <a:ext uri="{FF2B5EF4-FFF2-40B4-BE49-F238E27FC236}">
                <a16:creationId xmlns:a16="http://schemas.microsoft.com/office/drawing/2014/main" id="{A23CCA93-C483-4590-9ADB-C4336417ACC4}"/>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53" name="Google Shape;153;p22">
            <a:extLst>
              <a:ext uri="{FF2B5EF4-FFF2-40B4-BE49-F238E27FC236}">
                <a16:creationId xmlns:a16="http://schemas.microsoft.com/office/drawing/2014/main" id="{93CD39CD-0812-4E4A-A8A7-54E2FD9609C7}"/>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154" name="Google Shape;154;p22">
            <a:extLst>
              <a:ext uri="{FF2B5EF4-FFF2-40B4-BE49-F238E27FC236}">
                <a16:creationId xmlns:a16="http://schemas.microsoft.com/office/drawing/2014/main" id="{FC47FEF7-C494-44E4-989C-25F157946128}"/>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164" name="Google Shape;155;p22"/>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156" name="Google Shape;156;p22">
            <a:extLst>
              <a:ext uri="{FF2B5EF4-FFF2-40B4-BE49-F238E27FC236}">
                <a16:creationId xmlns:a16="http://schemas.microsoft.com/office/drawing/2014/main" id="{86DFBE6A-8AF0-4A57-8DA4-A1308EBFF3BB}"/>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57" name="Google Shape;157;p22">
            <a:extLst>
              <a:ext uri="{FF2B5EF4-FFF2-40B4-BE49-F238E27FC236}">
                <a16:creationId xmlns:a16="http://schemas.microsoft.com/office/drawing/2014/main" id="{D78D0284-9CC1-4827-829D-F243E0CE5AE5}"/>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Image Option 2_Placeholder">
  <p:cSld name="CUSTOM_1_1_1_1_1">
    <p:spTree>
      <p:nvGrpSpPr>
        <p:cNvPr id="1" name=""/>
        <p:cNvGrpSpPr/>
        <p:nvPr/>
      </p:nvGrpSpPr>
      <p:grpSpPr>
        <a:xfrm>
          <a:off x="0" y="0"/>
          <a:ext cx="0" cy="0"/>
          <a:chOff x="0" y="0"/>
          <a:chExt cx="0" cy="0"/>
        </a:xfrm>
      </p:grpSpPr>
      <p:sp>
        <p:nvSpPr>
          <p:cNvPr id="159" name="Google Shape;159;p23">
            <a:extLst>
              <a:ext uri="{FF2B5EF4-FFF2-40B4-BE49-F238E27FC236}">
                <a16:creationId xmlns:a16="http://schemas.microsoft.com/office/drawing/2014/main" id="{BC0A77D8-B52B-46A8-8A61-9A2516951319}"/>
              </a:ext>
            </a:extLst>
          </p:cNvPr>
          <p:cNvSpPr>
            <a:spLocks noGrp="1"/>
          </p:cNvSpPr>
          <p:nvPr/>
        </p:nvSpPr>
        <p:spPr>
          <a:xfrm>
            <a:off x="5898025" y="2544550"/>
            <a:ext cx="3246000" cy="2598900"/>
          </a:xfrm>
          <a:prstGeom prst="rect">
            <a:avLst/>
          </a:prstGeom>
          <a:solidFill>
            <a:srgbClr val="F3F3F3"/>
          </a:solidFill>
          <a:ln>
            <a:noFill/>
          </a:ln>
        </p:spPr>
        <p:txBody>
          <a:bodyPr spcFirstLastPara="1" wrap="square" lIns="91425" tIns="91425" rIns="91425" bIns="91425" anchor="ctr">
            <a:noAutofit/>
          </a:bodyPr>
          <a:lstStyle/>
          <a:p>
            <a:pPr marL="0" lvl="0" indent="0" algn="ctr">
              <a:spcBef>
                <a:spcPts val="0"/>
              </a:spcBef>
              <a:spcAft>
                <a:spcPts val="0"/>
              </a:spcAft>
              <a:buNone/>
            </a:pPr>
            <a:r>
              <a:rPr sz="1200">
                <a:solidFill>
                  <a:schemeClr val="lt2"/>
                </a:solidFill>
              </a:rPr>
              <a:t>Image Placeholder</a:t>
            </a:r>
          </a:p>
        </p:txBody>
      </p:sp>
      <p:sp>
        <p:nvSpPr>
          <p:cNvPr id="160" name="Google Shape;160;p23">
            <a:extLst>
              <a:ext uri="{FF2B5EF4-FFF2-40B4-BE49-F238E27FC236}">
                <a16:creationId xmlns:a16="http://schemas.microsoft.com/office/drawing/2014/main" id="{4E16ED86-3886-4D57-85C7-B818656C2058}"/>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61" name="Google Shape;161;p23">
            <a:extLst>
              <a:ext uri="{FF2B5EF4-FFF2-40B4-BE49-F238E27FC236}">
                <a16:creationId xmlns:a16="http://schemas.microsoft.com/office/drawing/2014/main" id="{C018379C-CAF3-42A3-A3B5-02D1D84D3EF2}"/>
              </a:ext>
            </a:extLst>
          </p:cNvPr>
          <p:cNvSpPr>
            <a:spLocks noGrp="1"/>
          </p:cNvSpPr>
          <p:nvPr>
            <p:ph type="body" idx="1"/>
          </p:nvPr>
        </p:nvSpPr>
        <p:spPr>
          <a:xfrm>
            <a:off x="506875" y="4800600"/>
            <a:ext cx="4998600" cy="3426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162" name="Google Shape;162;p23">
            <a:extLst>
              <a:ext uri="{FF2B5EF4-FFF2-40B4-BE49-F238E27FC236}">
                <a16:creationId xmlns:a16="http://schemas.microsoft.com/office/drawing/2014/main" id="{4469D035-367C-4A21-9F6E-1B4064CF4D83}"/>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171" name="Google Shape;163;p23"/>
          <p:cNvPicPr>
            <a:picLocks noChangeAspect="1"/>
          </p:cNvPicPr>
          <p:nvPr/>
        </p:nvPicPr>
        <p:blipFill>
          <a:blip r:embed="rId2">
            <a:alphaModFix/>
          </a:blip>
          <a:stretch>
            <a:fillRect/>
          </a:stretch>
        </p:blipFill>
        <p:spPr>
          <a:xfrm>
            <a:off x="8465677" y="160315"/>
            <a:ext cx="445057" cy="365175"/>
          </a:xfrm>
          <a:prstGeom prst="rect">
            <a:avLst/>
          </a:prstGeom>
          <a:ln>
            <a:noFill/>
          </a:ln>
        </p:spPr>
      </p:pic>
      <p:sp>
        <p:nvSpPr>
          <p:cNvPr id="164" name="Google Shape;164;p23">
            <a:extLst>
              <a:ext uri="{FF2B5EF4-FFF2-40B4-BE49-F238E27FC236}">
                <a16:creationId xmlns:a16="http://schemas.microsoft.com/office/drawing/2014/main" id="{280AEA0B-EFBE-4807-828D-0570801DC5C6}"/>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65" name="Google Shape;165;p23">
            <a:extLst>
              <a:ext uri="{FF2B5EF4-FFF2-40B4-BE49-F238E27FC236}">
                <a16:creationId xmlns:a16="http://schemas.microsoft.com/office/drawing/2014/main" id="{AAD763A6-56B0-448F-BD60-B22DA12379E4}"/>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Logo Option 1">
  <p:cSld name="CUSTOM_1_1_1_1_1_1">
    <p:spTree>
      <p:nvGrpSpPr>
        <p:cNvPr id="1" name=""/>
        <p:cNvGrpSpPr/>
        <p:nvPr/>
      </p:nvGrpSpPr>
      <p:grpSpPr>
        <a:xfrm>
          <a:off x="0" y="0"/>
          <a:ext cx="0" cy="0"/>
          <a:chOff x="0" y="0"/>
          <a:chExt cx="0" cy="0"/>
        </a:xfrm>
      </p:grpSpPr>
      <p:sp>
        <p:nvSpPr>
          <p:cNvPr id="167" name="Google Shape;167;p24">
            <a:extLst>
              <a:ext uri="{FF2B5EF4-FFF2-40B4-BE49-F238E27FC236}">
                <a16:creationId xmlns:a16="http://schemas.microsoft.com/office/drawing/2014/main" id="{DCA4FA70-4869-49BF-B517-CFEAE73AA278}"/>
              </a:ext>
            </a:extLst>
          </p:cNvPr>
          <p:cNvSpPr>
            <a:spLocks noGrp="1"/>
          </p:cNvSpPr>
          <p:nvPr>
            <p:ph type="body" idx="1"/>
          </p:nvPr>
        </p:nvSpPr>
        <p:spPr>
          <a:xfrm>
            <a:off x="4615525" y="1878975"/>
            <a:ext cx="4021500" cy="2921700"/>
          </a:xfrm>
          <a:prstGeom prst="rect">
            <a:avLst/>
          </a:prstGeom>
          <a:noFill/>
          <a:ln>
            <a:noFill/>
          </a:ln>
        </p:spPr>
        <p:txBody>
          <a:bodyPr spcFirstLastPara="1" wrap="square" lIns="91425" tIns="0" rIns="0"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cxnSp>
        <p:nvCxnSpPr>
          <p:cNvPr id="176" name="Google Shape;168;p24"/>
          <p:cNvCxnSpPr/>
          <p:nvPr/>
        </p:nvCxnSpPr>
        <p:spPr>
          <a:xfrm>
            <a:off x="4528475" y="1884100"/>
            <a:ext cx="0" cy="2918400"/>
          </a:xfrm>
          <a:prstGeom prst="straightConnector1">
            <a:avLst/>
          </a:prstGeom>
          <a:ln w="9525" cap="flat">
            <a:solidFill>
              <a:schemeClr val="dk2"/>
            </a:solidFill>
            <a:prstDash val="solid"/>
            <a:round/>
            <a:headEnd type="none" w="med" len="med"/>
            <a:tailEnd type="none" w="med" len="med"/>
          </a:ln>
        </p:spPr>
      </p:cxnSp>
      <p:sp>
        <p:nvSpPr>
          <p:cNvPr id="169" name="Google Shape;169;p24">
            <a:extLst>
              <a:ext uri="{FF2B5EF4-FFF2-40B4-BE49-F238E27FC236}">
                <a16:creationId xmlns:a16="http://schemas.microsoft.com/office/drawing/2014/main" id="{D60F30D6-C4C3-41A3-9543-70A3B3E82E53}"/>
              </a:ext>
            </a:extLst>
          </p:cNvPr>
          <p:cNvSpPr>
            <a:spLocks noGrp="1"/>
          </p:cNvSpPr>
          <p:nvPr>
            <p:ph type="body" idx="2"/>
          </p:nvPr>
        </p:nvSpPr>
        <p:spPr>
          <a:xfrm>
            <a:off x="506875" y="4800600"/>
            <a:ext cx="81300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pic>
        <p:nvPicPr>
          <p:cNvPr id="178" name="Google Shape;170;p24"/>
          <p:cNvPicPr>
            <a:picLocks noChangeAspect="1"/>
          </p:cNvPicPr>
          <p:nvPr/>
        </p:nvPicPr>
        <p:blipFill>
          <a:blip r:embed="rId2">
            <a:alphaModFix/>
          </a:blip>
          <a:stretch>
            <a:fillRect/>
          </a:stretch>
        </p:blipFill>
        <p:spPr>
          <a:xfrm>
            <a:off x="8465677" y="160315"/>
            <a:ext cx="445057" cy="365175"/>
          </a:xfrm>
          <a:prstGeom prst="rect">
            <a:avLst/>
          </a:prstGeom>
          <a:ln>
            <a:noFill/>
          </a:ln>
        </p:spPr>
      </p:pic>
      <p:sp>
        <p:nvSpPr>
          <p:cNvPr id="171" name="Google Shape;171;p24">
            <a:extLst>
              <a:ext uri="{FF2B5EF4-FFF2-40B4-BE49-F238E27FC236}">
                <a16:creationId xmlns:a16="http://schemas.microsoft.com/office/drawing/2014/main" id="{CA2BA3B7-D859-4403-94C0-7D6E1E9209B8}"/>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72" name="Google Shape;172;p24">
            <a:extLst>
              <a:ext uri="{FF2B5EF4-FFF2-40B4-BE49-F238E27FC236}">
                <a16:creationId xmlns:a16="http://schemas.microsoft.com/office/drawing/2014/main" id="{03DB9B35-690F-4110-8393-51A2B301ED99}"/>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
        <p:nvSpPr>
          <p:cNvPr id="173" name="Google Shape;173;p24">
            <a:extLst>
              <a:ext uri="{FF2B5EF4-FFF2-40B4-BE49-F238E27FC236}">
                <a16:creationId xmlns:a16="http://schemas.microsoft.com/office/drawing/2014/main" id="{4626728A-15E0-45F6-AAE1-1182BDEE19F1}"/>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lvl1pPr>
              <a:buNone/>
              <a:defRPr>
                <a:solidFill>
                  <a:srgbClr val="000000"/>
                </a:solidFill>
              </a:defRPr>
            </a:lvl1pPr>
            <a:lvl2pPr>
              <a:buNone/>
              <a:defRPr>
                <a:solidFill>
                  <a:srgbClr val="000000"/>
                </a:solidFill>
              </a:defRPr>
            </a:lvl2pPr>
            <a:lvl3pPr>
              <a:buNone/>
              <a:defRPr>
                <a:solidFill>
                  <a:srgbClr val="000000"/>
                </a:solidFill>
              </a:defRPr>
            </a:lvl3pPr>
            <a:lvl4pPr>
              <a:buNone/>
              <a:defRPr>
                <a:solidFill>
                  <a:srgbClr val="000000"/>
                </a:solidFill>
              </a:defRPr>
            </a:lvl4pPr>
            <a:lvl5pPr>
              <a:buNone/>
              <a:defRPr>
                <a:solidFill>
                  <a:srgbClr val="000000"/>
                </a:solidFill>
              </a:defRPr>
            </a:lvl5pPr>
            <a:lvl6pPr>
              <a:buNone/>
              <a:defRPr>
                <a:solidFill>
                  <a:srgbClr val="000000"/>
                </a:solidFill>
              </a:defRPr>
            </a:lvl6pPr>
            <a:lvl7pPr>
              <a:buNone/>
              <a:defRPr>
                <a:solidFill>
                  <a:srgbClr val="000000"/>
                </a:solidFill>
              </a:defRPr>
            </a:lvl7pPr>
            <a:lvl8pPr>
              <a:buNone/>
              <a:defRPr>
                <a:solidFill>
                  <a:srgbClr val="000000"/>
                </a:solidFill>
              </a:defRPr>
            </a:lvl8pPr>
            <a:lvl9pPr>
              <a:buNone/>
              <a:defRPr>
                <a:solidFill>
                  <a:srgbClr val="000000"/>
                </a:solidFill>
              </a:defRPr>
            </a:lvl9pPr>
          </a:lstStyle>
          <a:p>
            <a:pPr marL="0" lvl="0" indent="0" algn="l">
              <a:spcBef>
                <a:spcPts val="0"/>
              </a:spcBef>
              <a:spcAft>
                <a:spcPts val="0"/>
              </a:spcAft>
              <a:buNone/>
            </a:pPr>
            <a:fld id="{00000000-1234-1234-1234-123412341234}" type="slidenum">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Only">
  <p:cSld name="CUSTOM_1_1_1_1_1_1_1">
    <p:spTree>
      <p:nvGrpSpPr>
        <p:cNvPr id="1" name=""/>
        <p:cNvGrpSpPr/>
        <p:nvPr/>
      </p:nvGrpSpPr>
      <p:grpSpPr>
        <a:xfrm>
          <a:off x="0" y="0"/>
          <a:ext cx="0" cy="0"/>
          <a:chOff x="0" y="0"/>
          <a:chExt cx="0" cy="0"/>
        </a:xfrm>
      </p:grpSpPr>
      <p:sp>
        <p:nvSpPr>
          <p:cNvPr id="175" name="Google Shape;175;p25">
            <a:extLst>
              <a:ext uri="{FF2B5EF4-FFF2-40B4-BE49-F238E27FC236}">
                <a16:creationId xmlns:a16="http://schemas.microsoft.com/office/drawing/2014/main" id="{58928A42-5F23-4FC9-8BAC-52F5F12668A9}"/>
              </a:ext>
            </a:extLst>
          </p:cNvPr>
          <p:cNvSpPr>
            <a:spLocks noGrp="1"/>
          </p:cNvSpPr>
          <p:nvPr>
            <p:ph type="body" idx="1"/>
          </p:nvPr>
        </p:nvSpPr>
        <p:spPr>
          <a:xfrm>
            <a:off x="506875" y="4800600"/>
            <a:ext cx="81303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pic>
        <p:nvPicPr>
          <p:cNvPr id="182" name="Google Shape;176;p25"/>
          <p:cNvPicPr>
            <a:picLocks noChangeAspect="1"/>
          </p:cNvPicPr>
          <p:nvPr/>
        </p:nvPicPr>
        <p:blipFill>
          <a:blip r:embed="rId2">
            <a:alphaModFix/>
          </a:blip>
          <a:stretch>
            <a:fillRect/>
          </a:stretch>
        </p:blipFill>
        <p:spPr>
          <a:xfrm>
            <a:off x="8465677" y="160315"/>
            <a:ext cx="445057" cy="365175"/>
          </a:xfrm>
          <a:prstGeom prst="rect">
            <a:avLst/>
          </a:prstGeom>
          <a:ln>
            <a:noFill/>
          </a:ln>
        </p:spPr>
      </p:pic>
      <p:sp>
        <p:nvSpPr>
          <p:cNvPr id="177" name="Google Shape;177;p25">
            <a:extLst>
              <a:ext uri="{FF2B5EF4-FFF2-40B4-BE49-F238E27FC236}">
                <a16:creationId xmlns:a16="http://schemas.microsoft.com/office/drawing/2014/main" id="{82BF0EFB-FE96-47EB-849E-00F214B504A4}"/>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78" name="Google Shape;178;p25">
            <a:extLst>
              <a:ext uri="{FF2B5EF4-FFF2-40B4-BE49-F238E27FC236}">
                <a16:creationId xmlns:a16="http://schemas.microsoft.com/office/drawing/2014/main" id="{7AB94127-8E11-479F-B6FF-14451F0F0BCD}"/>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
        <p:nvSpPr>
          <p:cNvPr id="179" name="Google Shape;179;p25">
            <a:extLst>
              <a:ext uri="{FF2B5EF4-FFF2-40B4-BE49-F238E27FC236}">
                <a16:creationId xmlns:a16="http://schemas.microsoft.com/office/drawing/2014/main" id="{2D6EE9FE-1F28-48DB-9BAA-E040C2DA55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a:pPr marL="0" lvl="0" indent="0" algn="l">
              <a:spcBef>
                <a:spcPts val="0"/>
              </a:spcBef>
              <a:spcAft>
                <a:spcPts val="0"/>
              </a:spcAft>
              <a:buNone/>
            </a:pPr>
            <a:fld id="{00000000-1234-1234-1234-123412341234}" type="slidenum">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ransition Slide 1">
  <p:cSld name="CUSTOM_2">
    <p:spTree>
      <p:nvGrpSpPr>
        <p:cNvPr id="1" name=""/>
        <p:cNvGrpSpPr/>
        <p:nvPr/>
      </p:nvGrpSpPr>
      <p:grpSpPr>
        <a:xfrm>
          <a:off x="0" y="0"/>
          <a:ext cx="0" cy="0"/>
          <a:chOff x="0" y="0"/>
          <a:chExt cx="0" cy="0"/>
        </a:xfrm>
      </p:grpSpPr>
      <p:pic>
        <p:nvPicPr>
          <p:cNvPr id="185" name="Google Shape;181;p26"/>
          <p:cNvPicPr>
            <a:picLocks noChangeAspect="1"/>
          </p:cNvPicPr>
          <p:nvPr/>
        </p:nvPicPr>
        <p:blipFill rotWithShape="1">
          <a:blip r:embed="rId2">
            <a:alphaModFix/>
          </a:blip>
          <a:srcRect/>
          <a:stretch/>
        </p:blipFill>
        <p:spPr>
          <a:xfrm>
            <a:off x="0" y="0"/>
            <a:ext cx="9144019" cy="5143500"/>
          </a:xfrm>
          <a:prstGeom prst="rect">
            <a:avLst/>
          </a:prstGeom>
          <a:ln>
            <a:noFill/>
          </a:ln>
        </p:spPr>
      </p:pic>
      <p:sp>
        <p:nvSpPr>
          <p:cNvPr id="182" name="Google Shape;182;p26">
            <a:extLst>
              <a:ext uri="{FF2B5EF4-FFF2-40B4-BE49-F238E27FC236}">
                <a16:creationId xmlns:a16="http://schemas.microsoft.com/office/drawing/2014/main" id="{38B929A1-AE14-446E-B485-FEC7B4545CC4}"/>
              </a:ext>
            </a:extLst>
          </p:cNvPr>
          <p:cNvSpPr>
            <a:spLocks noGrp="1"/>
          </p:cNvSpPr>
          <p:nvPr>
            <p:ph type="title"/>
          </p:nvPr>
        </p:nvSpPr>
        <p:spPr>
          <a:xfrm>
            <a:off x="506875" y="1878975"/>
            <a:ext cx="8130300" cy="1385700"/>
          </a:xfrm>
          <a:prstGeom prst="rect">
            <a:avLst/>
          </a:prstGeom>
          <a:noFill/>
          <a:ln>
            <a:noFill/>
          </a:ln>
        </p:spPr>
        <p:txBody>
          <a:bodyPr spcFirstLastPara="1" wrap="square" lIns="0" tIns="0" rIns="0" bIns="0" anchor="t">
            <a:noAutofit/>
          </a:bodyPr>
          <a:lstStyle>
            <a:lvl1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1pPr>
            <a:lvl2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2pPr>
            <a:lvl3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3pPr>
            <a:lvl4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4pPr>
            <a:lvl5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5pPr>
            <a:lvl6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6pPr>
            <a:lvl7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7pPr>
            <a:lvl8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8pPr>
            <a:lvl9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9pPr>
          </a:lstStyle>
          <a:p>
            <a:endParaRPr/>
          </a:p>
        </p:txBody>
      </p:sp>
      <p:pic>
        <p:nvPicPr>
          <p:cNvPr id="187" name="Google Shape;183;p26"/>
          <p:cNvPicPr>
            <a:picLocks noChangeAspect="1"/>
          </p:cNvPicPr>
          <p:nvPr/>
        </p:nvPicPr>
        <p:blipFill>
          <a:blip r:embed="rId3">
            <a:alphaModFix/>
          </a:blip>
          <a:stretch>
            <a:fillRect/>
          </a:stretch>
        </p:blipFill>
        <p:spPr>
          <a:xfrm>
            <a:off x="8465677" y="160315"/>
            <a:ext cx="445057" cy="365175"/>
          </a:xfrm>
          <a:prstGeom prst="rect">
            <a:avLst/>
          </a:prstGeom>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ransition Slide 2">
  <p:cSld name="CUSTOM_2_1">
    <p:spTree>
      <p:nvGrpSpPr>
        <p:cNvPr id="1" name=""/>
        <p:cNvGrpSpPr/>
        <p:nvPr/>
      </p:nvGrpSpPr>
      <p:grpSpPr>
        <a:xfrm>
          <a:off x="0" y="0"/>
          <a:ext cx="0" cy="0"/>
          <a:chOff x="0" y="0"/>
          <a:chExt cx="0" cy="0"/>
        </a:xfrm>
      </p:grpSpPr>
      <p:pic>
        <p:nvPicPr>
          <p:cNvPr id="189" name="Google Shape;185;p27"/>
          <p:cNvPicPr>
            <a:picLocks noChangeAspect="1"/>
          </p:cNvPicPr>
          <p:nvPr/>
        </p:nvPicPr>
        <p:blipFill rotWithShape="1">
          <a:blip r:embed="rId2">
            <a:alphaModFix/>
          </a:blip>
          <a:srcRect/>
          <a:stretch/>
        </p:blipFill>
        <p:spPr>
          <a:xfrm>
            <a:off x="0" y="0"/>
            <a:ext cx="9144019" cy="5143500"/>
          </a:xfrm>
          <a:prstGeom prst="rect">
            <a:avLst/>
          </a:prstGeom>
          <a:ln>
            <a:noFill/>
          </a:ln>
        </p:spPr>
      </p:pic>
      <p:sp>
        <p:nvSpPr>
          <p:cNvPr id="186" name="Google Shape;186;p27">
            <a:extLst>
              <a:ext uri="{FF2B5EF4-FFF2-40B4-BE49-F238E27FC236}">
                <a16:creationId xmlns:a16="http://schemas.microsoft.com/office/drawing/2014/main" id="{8D02BA48-2014-4916-94CA-B65E790EFF7D}"/>
              </a:ext>
            </a:extLst>
          </p:cNvPr>
          <p:cNvSpPr>
            <a:spLocks noGrp="1"/>
          </p:cNvSpPr>
          <p:nvPr>
            <p:ph type="title"/>
          </p:nvPr>
        </p:nvSpPr>
        <p:spPr>
          <a:xfrm>
            <a:off x="506875" y="1878975"/>
            <a:ext cx="8130300" cy="1385700"/>
          </a:xfrm>
          <a:prstGeom prst="rect">
            <a:avLst/>
          </a:prstGeom>
          <a:noFill/>
          <a:ln>
            <a:noFill/>
          </a:ln>
        </p:spPr>
        <p:txBody>
          <a:bodyPr spcFirstLastPara="1" wrap="square" lIns="0" tIns="0" rIns="0" bIns="0" anchor="t">
            <a:noAutofit/>
          </a:bodyPr>
          <a:lstStyle>
            <a:lvl1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1pPr>
            <a:lvl2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2pPr>
            <a:lvl3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3pPr>
            <a:lvl4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4pPr>
            <a:lvl5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5pPr>
            <a:lvl6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6pPr>
            <a:lvl7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7pPr>
            <a:lvl8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8pPr>
            <a:lvl9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9pPr>
          </a:lstStyle>
          <a:p>
            <a:endParaRPr/>
          </a:p>
        </p:txBody>
      </p:sp>
      <p:pic>
        <p:nvPicPr>
          <p:cNvPr id="191" name="Google Shape;187;p27"/>
          <p:cNvPicPr>
            <a:picLocks noChangeAspect="1"/>
          </p:cNvPicPr>
          <p:nvPr/>
        </p:nvPicPr>
        <p:blipFill>
          <a:blip r:embed="rId3">
            <a:alphaModFix/>
          </a:blip>
          <a:stretch>
            <a:fillRect/>
          </a:stretch>
        </p:blipFill>
        <p:spPr>
          <a:xfrm>
            <a:off x="8465677" y="160315"/>
            <a:ext cx="445057" cy="365175"/>
          </a:xfrm>
          <a:prstGeom prst="rect">
            <a:avLst/>
          </a:prstGeom>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ransition Slide 3">
  <p:cSld name="CUSTOM_2_1_1">
    <p:spTree>
      <p:nvGrpSpPr>
        <p:cNvPr id="1" name=""/>
        <p:cNvGrpSpPr/>
        <p:nvPr/>
      </p:nvGrpSpPr>
      <p:grpSpPr>
        <a:xfrm>
          <a:off x="0" y="0"/>
          <a:ext cx="0" cy="0"/>
          <a:chOff x="0" y="0"/>
          <a:chExt cx="0" cy="0"/>
        </a:xfrm>
      </p:grpSpPr>
      <p:pic>
        <p:nvPicPr>
          <p:cNvPr id="193" name="Google Shape;189;p28"/>
          <p:cNvPicPr>
            <a:picLocks noChangeAspect="1"/>
          </p:cNvPicPr>
          <p:nvPr/>
        </p:nvPicPr>
        <p:blipFill rotWithShape="1">
          <a:blip r:embed="rId2">
            <a:alphaModFix amt="74000"/>
          </a:blip>
          <a:srcRect/>
          <a:stretch/>
        </p:blipFill>
        <p:spPr>
          <a:xfrm>
            <a:off x="0" y="0"/>
            <a:ext cx="9144019" cy="5143500"/>
          </a:xfrm>
          <a:prstGeom prst="rect">
            <a:avLst/>
          </a:prstGeom>
          <a:ln>
            <a:noFill/>
          </a:ln>
        </p:spPr>
      </p:pic>
      <p:sp>
        <p:nvSpPr>
          <p:cNvPr id="190" name="Google Shape;190;p28">
            <a:extLst>
              <a:ext uri="{FF2B5EF4-FFF2-40B4-BE49-F238E27FC236}">
                <a16:creationId xmlns:a16="http://schemas.microsoft.com/office/drawing/2014/main" id="{13B727C2-BF5C-4664-97AF-A83D0CAD491C}"/>
              </a:ext>
            </a:extLst>
          </p:cNvPr>
          <p:cNvSpPr>
            <a:spLocks noGrp="1"/>
          </p:cNvSpPr>
          <p:nvPr>
            <p:ph type="title"/>
          </p:nvPr>
        </p:nvSpPr>
        <p:spPr>
          <a:xfrm>
            <a:off x="506875" y="1878975"/>
            <a:ext cx="8130300" cy="1385700"/>
          </a:xfrm>
          <a:prstGeom prst="rect">
            <a:avLst/>
          </a:prstGeom>
          <a:noFill/>
          <a:ln>
            <a:noFill/>
          </a:ln>
        </p:spPr>
        <p:txBody>
          <a:bodyPr spcFirstLastPara="1" wrap="square" lIns="0" tIns="0" rIns="0" bIns="0" anchor="t">
            <a:noAutofit/>
          </a:bodyPr>
          <a:lstStyle>
            <a:lvl1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9pPr>
          </a:lstStyle>
          <a:p>
            <a:endParaRPr/>
          </a:p>
        </p:txBody>
      </p:sp>
      <p:pic>
        <p:nvPicPr>
          <p:cNvPr id="195" name="Google Shape;191;p28"/>
          <p:cNvPicPr>
            <a:picLocks noChangeAspect="1"/>
          </p:cNvPicPr>
          <p:nvPr/>
        </p:nvPicPr>
        <p:blipFill>
          <a:blip r:embed="rId3">
            <a:alphaModFix/>
          </a:blip>
          <a:stretch>
            <a:fillRect/>
          </a:stretch>
        </p:blipFill>
        <p:spPr>
          <a:xfrm>
            <a:off x="8465677" y="160315"/>
            <a:ext cx="445057" cy="365175"/>
          </a:xfrm>
          <a:prstGeom prst="rect">
            <a:avLst/>
          </a:prstGeom>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ransition Slide 4">
  <p:cSld name="CUSTOM_2_1_1_1">
    <p:spTree>
      <p:nvGrpSpPr>
        <p:cNvPr id="1" name=""/>
        <p:cNvGrpSpPr/>
        <p:nvPr/>
      </p:nvGrpSpPr>
      <p:grpSpPr>
        <a:xfrm>
          <a:off x="0" y="0"/>
          <a:ext cx="0" cy="0"/>
          <a:chOff x="0" y="0"/>
          <a:chExt cx="0" cy="0"/>
        </a:xfrm>
      </p:grpSpPr>
      <p:pic>
        <p:nvPicPr>
          <p:cNvPr id="197" name="Google Shape;193;p29"/>
          <p:cNvPicPr>
            <a:picLocks noChangeAspect="1"/>
          </p:cNvPicPr>
          <p:nvPr/>
        </p:nvPicPr>
        <p:blipFill rotWithShape="1">
          <a:blip r:embed="rId2">
            <a:alphaModFix/>
          </a:blip>
          <a:srcRect/>
          <a:stretch/>
        </p:blipFill>
        <p:spPr>
          <a:xfrm>
            <a:off x="-11" y="0"/>
            <a:ext cx="9144019" cy="5143497"/>
          </a:xfrm>
          <a:prstGeom prst="rect">
            <a:avLst/>
          </a:prstGeom>
          <a:ln>
            <a:noFill/>
          </a:ln>
        </p:spPr>
      </p:pic>
      <p:sp>
        <p:nvSpPr>
          <p:cNvPr id="194" name="Google Shape;194;p29">
            <a:extLst>
              <a:ext uri="{FF2B5EF4-FFF2-40B4-BE49-F238E27FC236}">
                <a16:creationId xmlns:a16="http://schemas.microsoft.com/office/drawing/2014/main" id="{2C9747BD-EABC-461C-A164-DAF80943B934}"/>
              </a:ext>
            </a:extLst>
          </p:cNvPr>
          <p:cNvSpPr>
            <a:spLocks noGrp="1"/>
          </p:cNvSpPr>
          <p:nvPr>
            <p:ph type="title"/>
          </p:nvPr>
        </p:nvSpPr>
        <p:spPr>
          <a:xfrm>
            <a:off x="506875" y="1878975"/>
            <a:ext cx="4072800" cy="1385700"/>
          </a:xfrm>
          <a:prstGeom prst="rect">
            <a:avLst/>
          </a:prstGeom>
          <a:noFill/>
          <a:ln>
            <a:noFill/>
          </a:ln>
        </p:spPr>
        <p:txBody>
          <a:bodyPr spcFirstLastPara="1" wrap="square" lIns="0" tIns="0" rIns="0" bIns="0" anchor="t">
            <a:noAutofit/>
          </a:bodyPr>
          <a:lstStyle>
            <a:lvl1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1pPr>
            <a:lvl2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2pPr>
            <a:lvl3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3pPr>
            <a:lvl4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4pPr>
            <a:lvl5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5pPr>
            <a:lvl6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6pPr>
            <a:lvl7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7pPr>
            <a:lvl8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8pPr>
            <a:lvl9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9pPr>
          </a:lstStyle>
          <a:p>
            <a:endParaRPr/>
          </a:p>
        </p:txBody>
      </p:sp>
      <p:pic>
        <p:nvPicPr>
          <p:cNvPr id="199" name="Google Shape;195;p29"/>
          <p:cNvPicPr>
            <a:picLocks noChangeAspect="1"/>
          </p:cNvPicPr>
          <p:nvPr/>
        </p:nvPicPr>
        <p:blipFill>
          <a:blip r:embed="rId3">
            <a:alphaModFix/>
          </a:blip>
          <a:stretch>
            <a:fillRect/>
          </a:stretch>
        </p:blipFill>
        <p:spPr>
          <a:xfrm>
            <a:off x="8465677" y="160315"/>
            <a:ext cx="445057" cy="365175"/>
          </a:xfrm>
          <a:prstGeom prst="rect">
            <a:avLst/>
          </a:prstGeom>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ransition Slide 5">
  <p:cSld name="CUSTOM_2_1_1_1_1">
    <p:spTree>
      <p:nvGrpSpPr>
        <p:cNvPr id="1" name=""/>
        <p:cNvGrpSpPr/>
        <p:nvPr/>
      </p:nvGrpSpPr>
      <p:grpSpPr>
        <a:xfrm>
          <a:off x="0" y="0"/>
          <a:ext cx="0" cy="0"/>
          <a:chOff x="0" y="0"/>
          <a:chExt cx="0" cy="0"/>
        </a:xfrm>
      </p:grpSpPr>
      <p:pic>
        <p:nvPicPr>
          <p:cNvPr id="202" name="Google Shape;197;p30"/>
          <p:cNvPicPr>
            <a:picLocks noChangeAspect="1"/>
          </p:cNvPicPr>
          <p:nvPr/>
        </p:nvPicPr>
        <p:blipFill rotWithShape="1">
          <a:blip r:embed="rId2">
            <a:alphaModFix/>
          </a:blip>
          <a:srcRect/>
          <a:stretch/>
        </p:blipFill>
        <p:spPr>
          <a:xfrm>
            <a:off x="-11" y="0"/>
            <a:ext cx="9144019" cy="5143497"/>
          </a:xfrm>
          <a:prstGeom prst="rect">
            <a:avLst/>
          </a:prstGeom>
          <a:ln>
            <a:noFill/>
          </a:ln>
        </p:spPr>
      </p:pic>
      <p:pic>
        <p:nvPicPr>
          <p:cNvPr id="203" name="Google Shape;198;p30"/>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199" name="Google Shape;199;p30">
            <a:extLst>
              <a:ext uri="{FF2B5EF4-FFF2-40B4-BE49-F238E27FC236}">
                <a16:creationId xmlns:a16="http://schemas.microsoft.com/office/drawing/2014/main" id="{DF141221-C1FE-4978-85BC-8A46111545F7}"/>
              </a:ext>
            </a:extLst>
          </p:cNvPr>
          <p:cNvSpPr>
            <a:spLocks noGrp="1"/>
          </p:cNvSpPr>
          <p:nvPr>
            <p:ph type="title"/>
          </p:nvPr>
        </p:nvSpPr>
        <p:spPr>
          <a:xfrm>
            <a:off x="506875" y="1878975"/>
            <a:ext cx="4072800" cy="1385700"/>
          </a:xfrm>
          <a:prstGeom prst="rect">
            <a:avLst/>
          </a:prstGeom>
          <a:noFill/>
          <a:ln>
            <a:noFill/>
          </a:ln>
        </p:spPr>
        <p:txBody>
          <a:bodyPr spcFirstLastPara="1" wrap="square" lIns="0" tIns="0" rIns="0" bIns="0" anchor="t">
            <a:noAutofit/>
          </a:bodyPr>
          <a:lstStyle>
            <a:lvl1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1pPr>
            <a:lvl2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2pPr>
            <a:lvl3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3pPr>
            <a:lvl4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4pPr>
            <a:lvl5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5pPr>
            <a:lvl6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6pPr>
            <a:lvl7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7pPr>
            <a:lvl8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8pPr>
            <a:lvl9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losing Slide Colour">
  <p:cSld name="CUSTOM_3_1">
    <p:spTree>
      <p:nvGrpSpPr>
        <p:cNvPr id="1" name=""/>
        <p:cNvGrpSpPr/>
        <p:nvPr/>
      </p:nvGrpSpPr>
      <p:grpSpPr>
        <a:xfrm>
          <a:off x="0" y="0"/>
          <a:ext cx="0" cy="0"/>
          <a:chOff x="0" y="0"/>
          <a:chExt cx="0" cy="0"/>
        </a:xfrm>
      </p:grpSpPr>
      <p:pic>
        <p:nvPicPr>
          <p:cNvPr id="3" name="Google Shape;201;p31"/>
          <p:cNvPicPr>
            <a:picLocks noChangeAspect="1"/>
          </p:cNvPicPr>
          <p:nvPr/>
        </p:nvPicPr>
        <p:blipFill rotWithShape="1">
          <a:blip r:embed="rId2">
            <a:alphaModFix/>
          </a:blip>
          <a:srcRect/>
          <a:stretch/>
        </p:blipFill>
        <p:spPr>
          <a:xfrm>
            <a:off x="0" y="0"/>
            <a:ext cx="9144019" cy="5143500"/>
          </a:xfrm>
          <a:prstGeom prst="rect">
            <a:avLst/>
          </a:prstGeom>
          <a:ln>
            <a:noFill/>
          </a:ln>
        </p:spPr>
      </p:pic>
      <p:pic>
        <p:nvPicPr>
          <p:cNvPr id="4" name="Google Shape;202;p31"/>
          <p:cNvPicPr>
            <a:picLocks noChangeAspect="1"/>
          </p:cNvPicPr>
          <p:nvPr/>
        </p:nvPicPr>
        <p:blipFill rotWithShape="1">
          <a:blip r:embed="rId3">
            <a:alphaModFix/>
          </a:blip>
          <a:srcRect/>
          <a:stretch/>
        </p:blipFill>
        <p:spPr>
          <a:xfrm>
            <a:off x="2963693" y="2293838"/>
            <a:ext cx="3216560" cy="555825"/>
          </a:xfrm>
          <a:prstGeom prst="rect">
            <a:avLst/>
          </a:prstGeom>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
        <p:cNvGrpSpPr/>
        <p:nvPr/>
      </p:nvGrpSpPr>
      <p:grpSpPr>
        <a:xfrm>
          <a:off x="0" y="0"/>
          <a:ext cx="0" cy="0"/>
          <a:chOff x="0" y="0"/>
          <a:chExt cx="0" cy="0"/>
        </a:xfrm>
      </p:grpSpPr>
      <p:sp>
        <p:nvSpPr>
          <p:cNvPr id="6" name="Google Shape;6;p1">
            <a:extLst>
              <a:ext uri="{FF2B5EF4-FFF2-40B4-BE49-F238E27FC236}">
                <a16:creationId xmlns:a16="http://schemas.microsoft.com/office/drawing/2014/main" id="{F6FD77C5-44AE-4E26-AB4A-C02D0D8E596F}"/>
              </a:ext>
            </a:extLst>
          </p:cNvPr>
          <p:cNvSpPr>
            <a:spLocks noGrp="1"/>
          </p:cNvSpPr>
          <p:nvPr>
            <p:ph type="sldNum" idx="12"/>
          </p:nvPr>
        </p:nvSpPr>
        <p:spPr>
          <a:xfrm>
            <a:off x="8739525" y="4930375"/>
            <a:ext cx="404400" cy="213000"/>
          </a:xfrm>
          <a:prstGeom prst="rect">
            <a:avLst/>
          </a:prstGeom>
          <a:noFill/>
          <a:ln>
            <a:noFill/>
          </a:ln>
        </p:spPr>
        <p:txBody>
          <a:bodyPr spcFirstLastPara="1" wrap="square" lIns="0" tIns="0" rIns="0" bIns="0" anchor="t">
            <a:noAutofit/>
          </a:bodyPr>
          <a:lstStyle>
            <a:lvl1pPr>
              <a:buNone/>
              <a:defRPr sz="800">
                <a:latin typeface="Poppins"/>
                <a:ea typeface="Poppins"/>
                <a:cs typeface="Poppins"/>
              </a:defRPr>
            </a:lvl1pPr>
            <a:lvl2pPr>
              <a:buNone/>
              <a:defRPr sz="800">
                <a:latin typeface="Poppins"/>
                <a:ea typeface="Poppins"/>
                <a:cs typeface="Poppins"/>
              </a:defRPr>
            </a:lvl2pPr>
            <a:lvl3pPr>
              <a:buNone/>
              <a:defRPr sz="800">
                <a:latin typeface="Poppins"/>
                <a:ea typeface="Poppins"/>
                <a:cs typeface="Poppins"/>
              </a:defRPr>
            </a:lvl3pPr>
            <a:lvl4pPr>
              <a:buNone/>
              <a:defRPr sz="800">
                <a:latin typeface="Poppins"/>
                <a:ea typeface="Poppins"/>
                <a:cs typeface="Poppins"/>
              </a:defRPr>
            </a:lvl4pPr>
            <a:lvl5pPr>
              <a:buNone/>
              <a:defRPr sz="800">
                <a:latin typeface="Poppins"/>
                <a:ea typeface="Poppins"/>
                <a:cs typeface="Poppins"/>
              </a:defRPr>
            </a:lvl5pPr>
            <a:lvl6pPr>
              <a:buNone/>
              <a:defRPr sz="800">
                <a:latin typeface="Poppins"/>
                <a:ea typeface="Poppins"/>
                <a:cs typeface="Poppins"/>
              </a:defRPr>
            </a:lvl6pPr>
            <a:lvl7pPr>
              <a:buNone/>
              <a:defRPr sz="800">
                <a:latin typeface="Poppins"/>
                <a:ea typeface="Poppins"/>
                <a:cs typeface="Poppins"/>
              </a:defRPr>
            </a:lvl7pPr>
            <a:lvl8pPr>
              <a:buNone/>
              <a:defRPr sz="800">
                <a:latin typeface="Poppins"/>
                <a:ea typeface="Poppins"/>
                <a:cs typeface="Poppins"/>
              </a:defRPr>
            </a:lvl8pPr>
            <a:lvl9pPr>
              <a:buNone/>
              <a:defRPr sz="800">
                <a:latin typeface="Poppins"/>
                <a:ea typeface="Poppins"/>
                <a:cs typeface="Poppins"/>
              </a:defRPr>
            </a:lvl9pPr>
          </a:lstStyle>
          <a:p>
            <a:pPr marL="0" lvl="0" indent="0" algn="l">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Lst>
  <p:hf hdr="0" ftr="0" dt="0"/>
  <p:txStyles>
    <p:titleStyle>
      <a:lvl1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extLst>
    <p:ext uri="{27BBF7A9-308A-43DC-89C8-2F10F3537804}">
      <p15:sldGuideLst xmlns:p15="http://schemas.microsoft.com/office/powerpoint/2012/main">
        <p15:guide id="1" orient="horz" pos="216">
          <p15:clr>
            <a:srgbClr val="EA4335"/>
          </p15:clr>
        </p15:guide>
        <p15:guide id="2" pos="319">
          <p15:clr>
            <a:srgbClr val="EA4335"/>
          </p15:clr>
        </p15:guide>
        <p15:guide id="3" pos="1990">
          <p15:clr>
            <a:srgbClr val="EA4335"/>
          </p15:clr>
        </p15:guide>
        <p15:guide id="4" pos="3715">
          <p15:clr>
            <a:srgbClr val="EA4335"/>
          </p15:clr>
        </p15:guide>
        <p15:guide id="5" pos="5441">
          <p15:clr>
            <a:srgbClr val="EA4335"/>
          </p15:clr>
        </p15:guide>
        <p15:guide id="6" pos="2045">
          <p15:clr>
            <a:srgbClr val="EA4335"/>
          </p15:clr>
        </p15:guide>
        <p15:guide id="7" pos="3770">
          <p15:clr>
            <a:srgbClr val="EA4335"/>
          </p15:clr>
        </p15:guide>
        <p15:guide id="8" orient="horz" pos="3024">
          <p15:clr>
            <a:srgbClr val="EA4335"/>
          </p15:clr>
        </p15:guide>
        <p15:guide id="9" pos="1122">
          <p15:clr>
            <a:srgbClr val="EA4335"/>
          </p15:clr>
        </p15:guide>
        <p15:guide id="10" pos="2907">
          <p15:clr>
            <a:srgbClr val="EA4335"/>
          </p15:clr>
        </p15:guide>
        <p15:guide id="11" pos="4638">
          <p15:clr>
            <a:srgbClr val="EA4335"/>
          </p15:clr>
        </p15:guide>
        <p15:guide id="12" pos="1184">
          <p15:clr>
            <a:srgbClr val="EA4335"/>
          </p15:clr>
        </p15:guide>
        <p15:guide id="13" pos="2853">
          <p15:clr>
            <a:srgbClr val="EA4335"/>
          </p15:clr>
        </p15:guide>
        <p15:guide id="14" pos="4576">
          <p15:clr>
            <a:srgbClr val="EA4335"/>
          </p15:clr>
        </p15:guide>
        <p15:guide id="15" orient="horz" pos="1122">
          <p15:clr>
            <a:srgbClr val="EA4335"/>
          </p15:clr>
        </p15:guide>
        <p15:guide id="16" orient="horz" pos="1184">
          <p15:clr>
            <a:srgbClr val="EA4335"/>
          </p15:clr>
        </p15:guide>
        <p15:guide id="17" orient="horz" pos="2118">
          <p15:clr>
            <a:srgbClr val="EA4335"/>
          </p15:clr>
        </p15:guide>
        <p15:guide id="18" orient="horz" pos="2056">
          <p15:clr>
            <a:srgbClr val="EA4335"/>
          </p15:clr>
        </p15:guide>
        <p15:guide id="19" orient="horz" pos="756">
          <p15:clr>
            <a:schemeClr val="lt2"/>
          </p15:clr>
        </p15:guide>
        <p15:guide id="20" pos="264">
          <p15:clr>
            <a:srgbClr val="EA4335"/>
          </p15:clr>
        </p15:guide>
        <p15:guide id="21" pos="5505">
          <p15:clr>
            <a:srgbClr val="EA4335"/>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 name="Google Shape;224;p34">
            <a:extLst>
              <a:ext uri="{FF2B5EF4-FFF2-40B4-BE49-F238E27FC236}">
                <a16:creationId xmlns:a16="http://schemas.microsoft.com/office/drawing/2014/main" id="{D7DD120F-A0ED-4E79-AC43-9E2714FD401F}"/>
              </a:ext>
            </a:extLst>
          </p:cNvPr>
          <p:cNvSpPr>
            <a:spLocks noGrp="1"/>
          </p:cNvSpPr>
          <p:nvPr>
            <p:ph type="title"/>
          </p:nvPr>
        </p:nvSpPr>
        <p:spPr>
          <a:xfrm>
            <a:off x="506875" y="1200300"/>
            <a:ext cx="2888400" cy="1845000"/>
          </a:xfrm>
          <a:prstGeom prst="rect">
            <a:avLst/>
          </a:prstGeom>
        </p:spPr>
        <p:txBody>
          <a:bodyPr spcFirstLastPara="1" wrap="square" lIns="0" tIns="0" rIns="0" bIns="0" anchor="t">
            <a:noAutofit/>
          </a:bodyPr>
          <a:lstStyle/>
          <a:p>
            <a:pPr marL="0" lvl="0" indent="0" algn="l">
              <a:spcBef>
                <a:spcPts val="0"/>
              </a:spcBef>
              <a:spcAft>
                <a:spcPts val="0"/>
              </a:spcAft>
              <a:buNone/>
              <a:defRPr sz="2250">
                <a:solidFill>
                  <a:srgbClr val="FFFFFF"/>
                </a:solidFill>
                <a:latin typeface="Poppins SemiBold"/>
                <a:ea typeface="Poppins SemiBold"/>
                <a:cs typeface="Poppins SemiBold"/>
              </a:defRPr>
            </a:pPr>
            <a:r>
              <a:rPr sz="2250">
                <a:solidFill>
                  <a:srgbClr val="FFFFFF"/>
                </a:solidFill>
                <a:latin typeface="Poppins SemiBold"/>
                <a:ea typeface="Poppins SemiBold"/>
                <a:cs typeface="Poppins SemiBold"/>
              </a:rPr>
              <a:t>Pass Your</a:t>
            </a:r>
            <a:endParaRPr/>
          </a:p>
          <a:p>
            <a:pPr marL="0" lvl="0" indent="0" algn="l">
              <a:spcBef>
                <a:spcPts val="0"/>
              </a:spcBef>
              <a:spcAft>
                <a:spcPts val="0"/>
              </a:spcAft>
              <a:buNone/>
              <a:defRPr sz="2250">
                <a:solidFill>
                  <a:srgbClr val="FFFFFF"/>
                </a:solidFill>
                <a:latin typeface="Poppins SemiBold"/>
                <a:ea typeface="Poppins SemiBold"/>
                <a:cs typeface="Poppins SemiBold"/>
              </a:defRPr>
            </a:pPr>
            <a:r>
              <a:rPr sz="2250">
                <a:solidFill>
                  <a:srgbClr val="FFFFFF"/>
                </a:solidFill>
                <a:latin typeface="Poppins SemiBold"/>
                <a:ea typeface="Poppins SemiBold"/>
                <a:cs typeface="Poppins SemiBold"/>
              </a:rPr>
              <a:t>GitHub Copilot</a:t>
            </a:r>
            <a:endParaRPr/>
          </a:p>
          <a:p>
            <a:pPr marL="0" lvl="0" indent="0" algn="l">
              <a:spcBef>
                <a:spcPts val="0"/>
              </a:spcBef>
              <a:spcAft>
                <a:spcPts val="0"/>
              </a:spcAft>
              <a:buNone/>
              <a:defRPr sz="2250">
                <a:solidFill>
                  <a:srgbClr val="FFFFFF"/>
                </a:solidFill>
                <a:latin typeface="Poppins SemiBold"/>
                <a:ea typeface="Poppins SemiBold"/>
                <a:cs typeface="Poppins SemiBold"/>
              </a:defRPr>
            </a:pPr>
            <a:r>
              <a:rPr sz="2250">
                <a:solidFill>
                  <a:srgbClr val="FFFFFF"/>
                </a:solidFill>
                <a:latin typeface="Poppins SemiBold"/>
                <a:ea typeface="Poppins SemiBold"/>
                <a:cs typeface="Poppins SemiBold"/>
              </a:rPr>
              <a:t>Certification Exam</a:t>
            </a:r>
            <a:endParaRPr/>
          </a:p>
        </p:txBody>
      </p:sp>
      <p:sp>
        <p:nvSpPr>
          <p:cNvPr id="225" name="Google Shape;225;p34">
            <a:extLst>
              <a:ext uri="{FF2B5EF4-FFF2-40B4-BE49-F238E27FC236}">
                <a16:creationId xmlns:a16="http://schemas.microsoft.com/office/drawing/2014/main" id="{0E08FF47-F542-4861-A569-2BDE667E9B4B}"/>
              </a:ext>
            </a:extLst>
          </p:cNvPr>
          <p:cNvSpPr>
            <a:spLocks noGrp="1"/>
          </p:cNvSpPr>
          <p:nvPr>
            <p:ph type="subTitle" idx="1"/>
          </p:nvPr>
        </p:nvSpPr>
        <p:spPr>
          <a:xfrm>
            <a:off x="506875" y="3362325"/>
            <a:ext cx="2703300" cy="1438200"/>
          </a:xfrm>
          <a:prstGeom prst="rect">
            <a:avLst/>
          </a:prstGeom>
        </p:spPr>
        <p:txBody>
          <a:bodyPr spcFirstLastPara="1" wrap="square" lIns="0" tIns="0" rIns="0" bIns="0" anchor="b">
            <a:noAutofit/>
          </a:bodyPr>
          <a:lstStyle/>
          <a:p>
            <a:pPr marL="0" lvl="0" indent="0" algn="l">
              <a:spcBef>
                <a:spcPts val="0"/>
              </a:spcBef>
              <a:spcAft>
                <a:spcPts val="0"/>
              </a:spcAft>
              <a:buNone/>
              <a:defRPr sz="1575">
                <a:solidFill>
                  <a:srgbClr val="FFFFFF"/>
                </a:solidFill>
                <a:latin typeface="Poppins"/>
                <a:ea typeface="Poppins"/>
                <a:cs typeface="Poppins"/>
              </a:defRPr>
            </a:pPr>
            <a:r>
              <a:rPr sz="1575">
                <a:solidFill>
                  <a:srgbClr val="FFFFFF"/>
                </a:solidFill>
                <a:latin typeface="Poppins"/>
                <a:ea typeface="Poppins"/>
                <a:cs typeface="Poppins"/>
              </a:rPr>
              <a:t>Tim Warner</a:t>
            </a:r>
            <a:endParaRPr/>
          </a:p>
          <a:p>
            <a:pPr marL="0" lvl="0" indent="0" algn="l">
              <a:spcBef>
                <a:spcPts val="0"/>
              </a:spcBef>
              <a:spcAft>
                <a:spcPts val="0"/>
              </a:spcAft>
              <a:buNone/>
              <a:defRPr sz="1575">
                <a:solidFill>
                  <a:srgbClr val="FFFFFF"/>
                </a:solidFill>
                <a:latin typeface="Poppins"/>
                <a:ea typeface="Poppins"/>
                <a:cs typeface="Poppins"/>
              </a:defRPr>
            </a:pPr>
            <a:r>
              <a:rPr sz="1575">
                <a:solidFill>
                  <a:srgbClr val="FFFFFF"/>
                </a:solidFill>
                <a:latin typeface="Poppins"/>
                <a:ea typeface="Poppins"/>
                <a:cs typeface="Poppins"/>
              </a:rPr>
              <a:t>September 24, 2026</a:t>
            </a:r>
            <a:endParaRPr/>
          </a:p>
        </p:txBody>
      </p:sp>
      <p:pic>
        <p:nvPicPr>
          <p:cNvPr id="3" name="Picture 2" descr="GitHub Copilot - Credly">
            <a:extLst>
              <a:ext uri="{FF2B5EF4-FFF2-40B4-BE49-F238E27FC236}">
                <a16:creationId xmlns:a16="http://schemas.microsoft.com/office/drawing/2014/main" id="{0CE90721-B2D2-3070-71F0-7CEA8428864E}"/>
              </a:ext>
            </a:extLst>
          </p:cNvPr>
          <p:cNvPicPr>
            <a:picLocks noChangeAspect="1"/>
          </p:cNvPicPr>
          <p:nvPr/>
        </p:nvPicPr>
        <p:blipFill>
          <a:blip r:embed="rId3"/>
          <a:stretch>
            <a:fillRect/>
          </a:stretch>
        </p:blipFill>
        <p:spPr>
          <a:xfrm>
            <a:off x="891818" y="2302629"/>
            <a:ext cx="1933413" cy="1933413"/>
          </a:xfrm>
          <a:prstGeom prst="rect">
            <a:avLst/>
          </a:prstGeom>
        </p:spPr>
      </p:pic>
    </p:spTree>
    <p:extLst>
      <p:ext uri="{BB962C8B-B14F-4D97-AF65-F5344CB8AC3E}">
        <p14:creationId xmlns:p14="http://schemas.microsoft.com/office/powerpoint/2010/main" val="8270998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Tim Warner</a:t>
            </a:r>
          </a:p>
          <a:p>
            <a:r>
              <a:rPr sz="1350">
                <a:solidFill>
                  <a:srgbClr val="666666"/>
                </a:solidFill>
                <a:latin typeface="Poppins"/>
                <a:ea typeface="Poppins"/>
                <a:cs typeface="Poppins"/>
              </a:rPr>
              <a:t>Microsoft MVP, Azure AI</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4700556" cy="2921700"/>
          </a:xfrm>
          <a:prstGeom prst="rect">
            <a:avLst/>
          </a:prstGeom>
        </p:spPr>
        <p:txBody>
          <a:bodyPr spcFirstLastPara="1" wrap="square" lIns="0" tIns="0" rIns="182875" bIns="0" anchor="t">
            <a:noAutofit/>
          </a:bodyPr>
          <a:lstStyle/>
          <a:p>
            <a:pPr marL="254000" indent="-127000">
              <a:spcAft>
                <a:spcPts val="900"/>
              </a:spcAft>
              <a:buChar char="•"/>
            </a:pPr>
            <a:r>
              <a:rPr sz="2025" dirty="0">
                <a:solidFill>
                  <a:srgbClr val="000000"/>
                </a:solidFill>
                <a:latin typeface="Poppins"/>
                <a:ea typeface="Poppins"/>
                <a:cs typeface="Poppins"/>
              </a:rPr>
              <a:t>28+ years on the Microsoft stack</a:t>
            </a:r>
          </a:p>
          <a:p>
            <a:pPr marL="254000" indent="-127000">
              <a:spcAft>
                <a:spcPts val="900"/>
              </a:spcAft>
              <a:buChar char="•"/>
            </a:pPr>
            <a:r>
              <a:rPr sz="2025" dirty="0">
                <a:solidFill>
                  <a:srgbClr val="000000"/>
                </a:solidFill>
                <a:latin typeface="Poppins"/>
                <a:ea typeface="Poppins"/>
                <a:cs typeface="Poppins"/>
              </a:rPr>
              <a:t>Technical educator and course author</a:t>
            </a:r>
          </a:p>
          <a:p>
            <a:pPr marL="254000" indent="-127000">
              <a:spcAft>
                <a:spcPts val="900"/>
              </a:spcAft>
              <a:buChar char="•"/>
            </a:pPr>
            <a:r>
              <a:rPr sz="2025" dirty="0">
                <a:solidFill>
                  <a:srgbClr val="000000"/>
                </a:solidFill>
                <a:latin typeface="Poppins"/>
                <a:ea typeface="Poppins"/>
                <a:cs typeface="Poppins"/>
              </a:rPr>
              <a:t>First principles, real examples, evidence</a:t>
            </a:r>
          </a:p>
          <a:p>
            <a:pPr marL="254000" indent="-127000">
              <a:spcAft>
                <a:spcPts val="900"/>
              </a:spcAft>
              <a:buChar char="•"/>
            </a:pPr>
            <a:r>
              <a:rPr sz="2025" dirty="0">
                <a:solidFill>
                  <a:srgbClr val="000000"/>
                </a:solidFill>
                <a:latin typeface="Poppins"/>
                <a:ea typeface="Poppins"/>
                <a:cs typeface="Poppins"/>
              </a:rPr>
              <a:t>TechTrainerTim.com</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E2598689-54C9-18A7-3A19-ED76AA08988F}" type="slidenum">
              <a:rPr/>
              <a:t>2</a:t>
            </a:fld>
            <a:endParaRPr/>
          </a:p>
        </p:txBody>
      </p:sp>
      <p:pic>
        <p:nvPicPr>
          <p:cNvPr id="3" name="Picture 2">
            <a:extLst>
              <a:ext uri="{FF2B5EF4-FFF2-40B4-BE49-F238E27FC236}">
                <a16:creationId xmlns:a16="http://schemas.microsoft.com/office/drawing/2014/main" id="{C0152B4B-D7A4-56E6-9DD2-E88C6D81C2A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41222" y="739596"/>
            <a:ext cx="2412350" cy="2080002"/>
          </a:xfrm>
          <a:prstGeom prst="rect">
            <a:avLst/>
          </a:prstGeom>
        </p:spPr>
      </p:pic>
      <p:pic>
        <p:nvPicPr>
          <p:cNvPr id="4" name="Picture 3" descr="GitHub Copilot - Credly">
            <a:extLst>
              <a:ext uri="{FF2B5EF4-FFF2-40B4-BE49-F238E27FC236}">
                <a16:creationId xmlns:a16="http://schemas.microsoft.com/office/drawing/2014/main" id="{80DF3C1A-4EE0-73C8-E3EB-929EF5DC7F01}"/>
              </a:ext>
            </a:extLst>
          </p:cNvPr>
          <p:cNvPicPr>
            <a:picLocks noChangeAspect="1"/>
          </p:cNvPicPr>
          <p:nvPr/>
        </p:nvPicPr>
        <p:blipFill>
          <a:blip r:embed="rId4"/>
          <a:stretch>
            <a:fillRect/>
          </a:stretch>
        </p:blipFill>
        <p:spPr>
          <a:xfrm>
            <a:off x="6323308" y="2899191"/>
            <a:ext cx="1933413" cy="1933413"/>
          </a:xfrm>
          <a:prstGeom prst="rect">
            <a:avLst/>
          </a:prstGeom>
        </p:spPr>
      </p:pic>
    </p:spTree>
    <p:extLst>
      <p:ext uri="{BB962C8B-B14F-4D97-AF65-F5344CB8AC3E}">
        <p14:creationId xmlns:p14="http://schemas.microsoft.com/office/powerpoint/2010/main" val="5275132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Four segments, four hours</a:t>
            </a:r>
          </a:p>
          <a:p>
            <a:r>
              <a:rPr sz="1350">
                <a:solidFill>
                  <a:srgbClr val="666666"/>
                </a:solidFill>
                <a:latin typeface="Poppins"/>
                <a:ea typeface="Poppins"/>
                <a:cs typeface="Poppins"/>
              </a:rPr>
              <a:t>9 a.m.-1 p.m. Central | September 24</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1950">
                <a:solidFill>
                  <a:srgbClr val="000000"/>
                </a:solidFill>
                <a:latin typeface="Poppins"/>
                <a:ea typeface="Poppins"/>
                <a:cs typeface="Poppins"/>
              </a:rPr>
              <a:t>1   9:00-10:00   Foundations and responsible operation</a:t>
            </a:r>
          </a:p>
          <a:p>
            <a:pPr marL="254000" indent="-127000">
              <a:spcAft>
                <a:spcPts val="900"/>
              </a:spcAft>
              <a:buChar char="•"/>
            </a:pPr>
            <a:r>
              <a:rPr sz="1950">
                <a:solidFill>
                  <a:srgbClr val="000000"/>
                </a:solidFill>
                <a:latin typeface="Poppins"/>
                <a:ea typeface="Poppins"/>
                <a:cs typeface="Poppins"/>
              </a:rPr>
              <a:t>2   10:00-11:00   IDE, Chat, CLI</a:t>
            </a:r>
          </a:p>
          <a:p>
            <a:pPr marL="254000" indent="-127000">
              <a:spcAft>
                <a:spcPts val="900"/>
              </a:spcAft>
              <a:buChar char="•"/>
            </a:pPr>
            <a:r>
              <a:rPr sz="1950">
                <a:solidFill>
                  <a:srgbClr val="000000"/>
                </a:solidFill>
                <a:latin typeface="Poppins"/>
                <a:ea typeface="Poppins"/>
                <a:cs typeface="Poppins"/>
              </a:rPr>
              <a:t>3   11:00-12:00   Data, agents, MCP, context</a:t>
            </a:r>
          </a:p>
          <a:p>
            <a:pPr marL="254000" indent="-127000">
              <a:spcAft>
                <a:spcPts val="900"/>
              </a:spcAft>
              <a:buChar char="•"/>
            </a:pPr>
            <a:r>
              <a:rPr sz="1950">
                <a:solidFill>
                  <a:srgbClr val="000000"/>
                </a:solidFill>
                <a:latin typeface="Poppins"/>
                <a:ea typeface="Poppins"/>
                <a:cs typeface="Poppins"/>
              </a:rPr>
              <a:t>4   12:00-1:00   Privacy, productivity, exam practice</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EE5B3003-2C54-13C6-9832-7637201064DE}" type="slidenum">
              <a:rPr/>
              <a:t>3</a:t>
            </a:fld>
            <a:endParaRPr/>
          </a:p>
        </p:txBody>
      </p:sp>
    </p:spTree>
    <p:extLst>
      <p:ext uri="{BB962C8B-B14F-4D97-AF65-F5344CB8AC3E}">
        <p14:creationId xmlns:p14="http://schemas.microsoft.com/office/powerpoint/2010/main" val="5275132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Your class materials</a:t>
            </a:r>
          </a:p>
          <a:p>
            <a:r>
              <a:rPr sz="1350">
                <a:solidFill>
                  <a:srgbClr val="666666"/>
                </a:solidFill>
                <a:latin typeface="Poppins"/>
                <a:ea typeface="Poppins"/>
                <a:cs typeface="Poppins"/>
              </a:rPr>
              <a:t>One public repository, a clear learner route</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1875">
                <a:solidFill>
                  <a:srgbClr val="000000"/>
                </a:solidFill>
                <a:latin typeface="Poppins"/>
                <a:ea typeface="Poppins"/>
                <a:cs typeface="Poppins"/>
              </a:rPr>
              <a:t>github.com/timothywarner-org/copilot-cert-prep</a:t>
            </a:r>
          </a:p>
          <a:p>
            <a:pPr marL="254000" indent="-127000">
              <a:spcAft>
                <a:spcPts val="900"/>
              </a:spcAft>
              <a:buChar char="•"/>
            </a:pPr>
            <a:r>
              <a:rPr sz="1875">
                <a:solidFill>
                  <a:srgbClr val="000000"/>
                </a:solidFill>
                <a:latin typeface="Poppins"/>
                <a:ea typeface="Poppins"/>
                <a:cs typeface="Poppins"/>
              </a:rPr>
              <a:t>Start in README.md and COURSE-PLAN.md</a:t>
            </a:r>
          </a:p>
          <a:p>
            <a:pPr marL="254000" indent="-127000">
              <a:spcAft>
                <a:spcPts val="900"/>
              </a:spcAft>
              <a:buChar char="•"/>
            </a:pPr>
            <a:r>
              <a:rPr sz="1875">
                <a:solidFill>
                  <a:srgbClr val="000000"/>
                </a:solidFill>
                <a:latin typeface="Poppins"/>
                <a:ea typeface="Poppins"/>
                <a:cs typeface="Poppins"/>
              </a:rPr>
              <a:t>Practice in CLASS-ACTIVITIES.md and MINI-MOCK.md</a:t>
            </a:r>
          </a:p>
          <a:p>
            <a:pPr marL="254000" indent="-127000">
              <a:spcAft>
                <a:spcPts val="900"/>
              </a:spcAft>
              <a:buChar char="•"/>
            </a:pPr>
            <a:r>
              <a:rPr sz="1875">
                <a:solidFill>
                  <a:srgbClr val="000000"/>
                </a:solidFill>
                <a:latin typeface="Poppins"/>
                <a:ea typeface="Poppins"/>
                <a:cs typeface="Poppins"/>
              </a:rPr>
              <a:t>Study on with GH-300-RESOURCE-LINKS.md</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8C630A04-5A25-9E0C-9436-126091DB86B3}" type="slidenum">
              <a:rPr/>
              <a:t>4</a:t>
            </a:fld>
            <a:endParaRPr/>
          </a:p>
        </p:txBody>
      </p:sp>
    </p:spTree>
    <p:extLst>
      <p:ext uri="{BB962C8B-B14F-4D97-AF65-F5344CB8AC3E}">
        <p14:creationId xmlns:p14="http://schemas.microsoft.com/office/powerpoint/2010/main" val="5275132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GH-300: six domains</a:t>
            </a:r>
          </a:p>
          <a:p>
            <a:r>
              <a:rPr sz="1350">
                <a:solidFill>
                  <a:srgbClr val="666666"/>
                </a:solidFill>
                <a:latin typeface="Poppins"/>
                <a:ea typeface="Poppins"/>
                <a:cs typeface="Poppins"/>
              </a:rPr>
              <a:t>Skills measured August 7, 2026</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1875">
                <a:solidFill>
                  <a:srgbClr val="000000"/>
                </a:solidFill>
                <a:latin typeface="Poppins"/>
                <a:ea typeface="Poppins"/>
                <a:cs typeface="Poppins"/>
              </a:rPr>
              <a:t>Responsible use   15-20%</a:t>
            </a:r>
          </a:p>
          <a:p>
            <a:pPr marL="254000" indent="-127000">
              <a:spcAft>
                <a:spcPts val="900"/>
              </a:spcAft>
              <a:buChar char="•"/>
            </a:pPr>
            <a:r>
              <a:rPr sz="1875">
                <a:solidFill>
                  <a:srgbClr val="000000"/>
                </a:solidFill>
                <a:latin typeface="Poppins"/>
                <a:ea typeface="Poppins"/>
                <a:cs typeface="Poppins"/>
              </a:rPr>
              <a:t>Copilot features   25-30%</a:t>
            </a:r>
          </a:p>
          <a:p>
            <a:pPr marL="254000" indent="-127000">
              <a:spcAft>
                <a:spcPts val="900"/>
              </a:spcAft>
              <a:buChar char="•"/>
            </a:pPr>
            <a:r>
              <a:rPr sz="1875">
                <a:solidFill>
                  <a:srgbClr val="000000"/>
                </a:solidFill>
                <a:latin typeface="Poppins"/>
                <a:ea typeface="Poppins"/>
                <a:cs typeface="Poppins"/>
              </a:rPr>
              <a:t>Data and architecture   10-15%</a:t>
            </a:r>
          </a:p>
          <a:p>
            <a:pPr marL="254000" indent="-127000">
              <a:spcAft>
                <a:spcPts val="900"/>
              </a:spcAft>
              <a:buChar char="•"/>
            </a:pPr>
            <a:r>
              <a:rPr sz="1875">
                <a:solidFill>
                  <a:srgbClr val="000000"/>
                </a:solidFill>
                <a:latin typeface="Poppins"/>
                <a:ea typeface="Poppins"/>
                <a:cs typeface="Poppins"/>
              </a:rPr>
              <a:t>Prompt engineering and context   10-15%</a:t>
            </a:r>
          </a:p>
          <a:p>
            <a:pPr marL="254000" indent="-127000">
              <a:spcAft>
                <a:spcPts val="900"/>
              </a:spcAft>
              <a:buChar char="•"/>
            </a:pPr>
            <a:r>
              <a:rPr sz="1875">
                <a:solidFill>
                  <a:srgbClr val="000000"/>
                </a:solidFill>
                <a:latin typeface="Poppins"/>
                <a:ea typeface="Poppins"/>
                <a:cs typeface="Poppins"/>
              </a:rPr>
              <a:t>Developer productivity   10-15%</a:t>
            </a:r>
          </a:p>
          <a:p>
            <a:pPr marL="254000" indent="-127000">
              <a:spcAft>
                <a:spcPts val="900"/>
              </a:spcAft>
              <a:buChar char="•"/>
            </a:pPr>
            <a:r>
              <a:rPr sz="1875">
                <a:solidFill>
                  <a:srgbClr val="000000"/>
                </a:solidFill>
                <a:latin typeface="Poppins"/>
                <a:ea typeface="Poppins"/>
                <a:cs typeface="Poppins"/>
              </a:rPr>
              <a:t>Privacy and safeguards   10-15%</a:t>
            </a: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EFD6AB9A-5F9E-5F59-51AB-3C8734130965}" type="slidenum">
              <a:rPr/>
              <a:t>5</a:t>
            </a:fld>
            <a:endParaRPr/>
          </a:p>
        </p:txBody>
      </p:sp>
    </p:spTree>
    <p:extLst>
      <p:ext uri="{BB962C8B-B14F-4D97-AF65-F5344CB8AC3E}">
        <p14:creationId xmlns:p14="http://schemas.microsoft.com/office/powerpoint/2010/main" val="5275132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1" name="Google Shape;271;p39">
            <a:extLst>
              <a:ext uri="{FF2B5EF4-FFF2-40B4-BE49-F238E27FC236}">
                <a16:creationId xmlns:a16="http://schemas.microsoft.com/office/drawing/2014/main" id="{C225749F-E69F-485D-9670-DD8E69CEF10A}"/>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What you will be able to do</a:t>
            </a:r>
          </a:p>
          <a:p>
            <a:r>
              <a:rPr sz="1350">
                <a:solidFill>
                  <a:srgbClr val="666666"/>
                </a:solidFill>
                <a:latin typeface="Poppins"/>
                <a:ea typeface="Poppins"/>
                <a:cs typeface="Poppins"/>
              </a:rPr>
              <a:t>An explanation plus an observable check</a:t>
            </a:r>
          </a:p>
        </p:txBody>
      </p:sp>
      <p:sp>
        <p:nvSpPr>
          <p:cNvPr id="272" name="Google Shape;272;p39">
            <a:extLst>
              <a:ext uri="{FF2B5EF4-FFF2-40B4-BE49-F238E27FC236}">
                <a16:creationId xmlns:a16="http://schemas.microsoft.com/office/drawing/2014/main" id="{D8F09E5D-ED9E-4711-82FA-CF08F01C881C}"/>
              </a:ext>
            </a:extLst>
          </p:cNvPr>
          <p:cNvSpPr>
            <a:spLocks noGrp="1"/>
          </p:cNvSpPr>
          <p:nvPr>
            <p:ph type="body" idx="1"/>
          </p:nvPr>
        </p:nvSpPr>
        <p:spPr>
          <a:xfrm>
            <a:off x="506875" y="1878975"/>
            <a:ext cx="2652000" cy="2921700"/>
          </a:xfrm>
          <a:prstGeom prst="rect">
            <a:avLst/>
          </a:prstGeom>
        </p:spPr>
        <p:txBody>
          <a:bodyPr spcFirstLastPara="1" wrap="square" lIns="0" tIns="0" rIns="182875" bIns="0" anchor="t">
            <a:noAutofit/>
          </a:bodyPr>
          <a:lstStyle/>
          <a:p>
            <a:pPr>
              <a:spcAft>
                <a:spcPts val="1400"/>
              </a:spcAft>
            </a:pPr>
            <a:r>
              <a:rPr sz="1950">
                <a:solidFill>
                  <a:srgbClr val="000000"/>
                </a:solidFill>
                <a:latin typeface="Poppins SemiBold"/>
                <a:ea typeface="Poppins SemiBold"/>
                <a:cs typeface="Poppins SemiBold"/>
              </a:rPr>
              <a:t>Validate</a:t>
            </a:r>
          </a:p>
          <a:p>
            <a:r>
              <a:rPr sz="1725">
                <a:solidFill>
                  <a:srgbClr val="000000"/>
                </a:solidFill>
                <a:latin typeface="Poppins"/>
                <a:ea typeface="Poppins"/>
                <a:cs typeface="Poppins"/>
              </a:rPr>
              <a:t>Review generated changes against real requirements and tests.</a:t>
            </a:r>
          </a:p>
        </p:txBody>
      </p:sp>
      <p:sp>
        <p:nvSpPr>
          <p:cNvPr id="273" name="Google Shape;273;p39">
            <a:extLst>
              <a:ext uri="{FF2B5EF4-FFF2-40B4-BE49-F238E27FC236}">
                <a16:creationId xmlns:a16="http://schemas.microsoft.com/office/drawing/2014/main" id="{9B92D657-532C-4E35-B397-86879B797E24}"/>
              </a:ext>
            </a:extLst>
          </p:cNvPr>
          <p:cNvSpPr>
            <a:spLocks noGrp="1"/>
          </p:cNvSpPr>
          <p:nvPr>
            <p:ph type="body" idx="2"/>
          </p:nvPr>
        </p:nvSpPr>
        <p:spPr>
          <a:xfrm>
            <a:off x="3245975" y="1878975"/>
            <a:ext cx="2652000" cy="2921700"/>
          </a:xfrm>
          <a:prstGeom prst="rect">
            <a:avLst/>
          </a:prstGeom>
        </p:spPr>
        <p:txBody>
          <a:bodyPr spcFirstLastPara="1" wrap="square" lIns="0" tIns="0" rIns="182875" bIns="0" anchor="t">
            <a:noAutofit/>
          </a:bodyPr>
          <a:lstStyle/>
          <a:p>
            <a:pPr>
              <a:spcAft>
                <a:spcPts val="1400"/>
              </a:spcAft>
            </a:pPr>
            <a:r>
              <a:rPr sz="1950">
                <a:solidFill>
                  <a:srgbClr val="000000"/>
                </a:solidFill>
                <a:latin typeface="Poppins SemiBold"/>
                <a:ea typeface="Poppins SemiBold"/>
                <a:cs typeface="Poppins SemiBold"/>
              </a:rPr>
              <a:t>Choose</a:t>
            </a:r>
          </a:p>
          <a:p>
            <a:r>
              <a:rPr sz="1725">
                <a:solidFill>
                  <a:srgbClr val="000000"/>
                </a:solidFill>
                <a:latin typeface="Poppins"/>
                <a:ea typeface="Poppins"/>
                <a:cs typeface="Poppins"/>
              </a:rPr>
              <a:t>Select the surface and context that fit the task.</a:t>
            </a:r>
          </a:p>
        </p:txBody>
      </p:sp>
      <p:sp>
        <p:nvSpPr>
          <p:cNvPr id="274" name="Google Shape;274;p39">
            <a:extLst>
              <a:ext uri="{FF2B5EF4-FFF2-40B4-BE49-F238E27FC236}">
                <a16:creationId xmlns:a16="http://schemas.microsoft.com/office/drawing/2014/main" id="{86908EE5-7577-42F5-8907-5FA2C1C3B489}"/>
              </a:ext>
            </a:extLst>
          </p:cNvPr>
          <p:cNvSpPr>
            <a:spLocks noGrp="1"/>
          </p:cNvSpPr>
          <p:nvPr>
            <p:ph type="body" idx="3"/>
          </p:nvPr>
        </p:nvSpPr>
        <p:spPr>
          <a:xfrm>
            <a:off x="5985000" y="1878975"/>
            <a:ext cx="2652000" cy="2921700"/>
          </a:xfrm>
          <a:prstGeom prst="rect">
            <a:avLst/>
          </a:prstGeom>
        </p:spPr>
        <p:txBody>
          <a:bodyPr spcFirstLastPara="1" wrap="square" lIns="0" tIns="0" rIns="182875" bIns="0" anchor="t">
            <a:noAutofit/>
          </a:bodyPr>
          <a:lstStyle/>
          <a:p>
            <a:pPr>
              <a:spcAft>
                <a:spcPts val="1400"/>
              </a:spcAft>
            </a:pPr>
            <a:r>
              <a:rPr sz="1950">
                <a:solidFill>
                  <a:srgbClr val="000000"/>
                </a:solidFill>
                <a:latin typeface="Poppins SemiBold"/>
                <a:ea typeface="Poppins SemiBold"/>
                <a:cs typeface="Poppins SemiBold"/>
              </a:rPr>
              <a:t>Apply</a:t>
            </a:r>
          </a:p>
          <a:p>
            <a:r>
              <a:rPr sz="1725">
                <a:solidFill>
                  <a:srgbClr val="000000"/>
                </a:solidFill>
                <a:latin typeface="Poppins"/>
                <a:ea typeface="Poppins"/>
                <a:cs typeface="Poppins"/>
              </a:rPr>
              <a:t>Use appropriate safeguards and plan your next study step.</a:t>
            </a:r>
          </a:p>
        </p:txBody>
      </p:sp>
      <p:sp>
        <p:nvSpPr>
          <p:cNvPr id="275" name="Google Shape;275;p39">
            <a:extLst>
              <a:ext uri="{FF2B5EF4-FFF2-40B4-BE49-F238E27FC236}">
                <a16:creationId xmlns:a16="http://schemas.microsoft.com/office/drawing/2014/main" id="{F0204725-B3A4-42EF-B5B4-A76546479CF1}"/>
              </a:ext>
            </a:extLst>
          </p:cNvPr>
          <p:cNvSpPr>
            <a:spLocks noGrp="1"/>
          </p:cNvSpPr>
          <p:nvPr>
            <p:ph type="body" idx="4"/>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76" name="Google Shape;276;p39">
            <a:extLst>
              <a:ext uri="{FF2B5EF4-FFF2-40B4-BE49-F238E27FC236}">
                <a16:creationId xmlns:a16="http://schemas.microsoft.com/office/drawing/2014/main" id="{44A2698B-1219-481E-B8F6-93586A130A6A}"/>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202359C0-8A7A-196E-DD58-8E6569619F09}" type="slidenum">
              <a:t>6</a:t>
            </a:fld>
            <a:endParaRPr/>
          </a:p>
        </p:txBody>
      </p:sp>
    </p:spTree>
    <p:extLst>
      <p:ext uri="{BB962C8B-B14F-4D97-AF65-F5344CB8AC3E}">
        <p14:creationId xmlns:p14="http://schemas.microsoft.com/office/powerpoint/2010/main" val="20343823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1" name="Google Shape;271;p39">
            <a:extLst>
              <a:ext uri="{FF2B5EF4-FFF2-40B4-BE49-F238E27FC236}">
                <a16:creationId xmlns:a16="http://schemas.microsoft.com/office/drawing/2014/main" id="{C225749F-E69F-485D-9670-DD8E69CEF10A}"/>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Tim's certification study model</a:t>
            </a:r>
          </a:p>
          <a:p>
            <a:r>
              <a:rPr sz="1350">
                <a:solidFill>
                  <a:srgbClr val="666666"/>
                </a:solidFill>
                <a:latin typeface="Poppins"/>
                <a:ea typeface="Poppins"/>
                <a:cs typeface="Poppins"/>
              </a:rPr>
              <a:t>Use AI to support all three legs</a:t>
            </a:r>
          </a:p>
        </p:txBody>
      </p:sp>
      <p:sp>
        <p:nvSpPr>
          <p:cNvPr id="272" name="Google Shape;272;p39">
            <a:extLst>
              <a:ext uri="{FF2B5EF4-FFF2-40B4-BE49-F238E27FC236}">
                <a16:creationId xmlns:a16="http://schemas.microsoft.com/office/drawing/2014/main" id="{D8F09E5D-ED9E-4711-82FA-CF08F01C881C}"/>
              </a:ext>
            </a:extLst>
          </p:cNvPr>
          <p:cNvSpPr>
            <a:spLocks noGrp="1"/>
          </p:cNvSpPr>
          <p:nvPr>
            <p:ph type="body" idx="1"/>
          </p:nvPr>
        </p:nvSpPr>
        <p:spPr>
          <a:xfrm>
            <a:off x="506875" y="1878975"/>
            <a:ext cx="2652000" cy="2921700"/>
          </a:xfrm>
          <a:prstGeom prst="rect">
            <a:avLst/>
          </a:prstGeom>
        </p:spPr>
        <p:txBody>
          <a:bodyPr spcFirstLastPara="1" wrap="square" lIns="0" tIns="0" rIns="182875" bIns="0" anchor="t">
            <a:noAutofit/>
          </a:bodyPr>
          <a:lstStyle/>
          <a:p>
            <a:pPr>
              <a:spcAft>
                <a:spcPts val="1400"/>
              </a:spcAft>
            </a:pPr>
            <a:r>
              <a:rPr sz="1950">
                <a:solidFill>
                  <a:srgbClr val="000000"/>
                </a:solidFill>
                <a:latin typeface="Poppins SemiBold"/>
                <a:ea typeface="Poppins SemiBold"/>
                <a:cs typeface="Poppins SemiBold"/>
              </a:rPr>
              <a:t>Core concepts</a:t>
            </a:r>
          </a:p>
          <a:p>
            <a:r>
              <a:rPr sz="1725">
                <a:solidFill>
                  <a:srgbClr val="000000"/>
                </a:solidFill>
                <a:latin typeface="Poppins"/>
                <a:ea typeface="Poppins"/>
                <a:cs typeface="Poppins"/>
              </a:rPr>
              <a:t>Read current primary sources. Explain the reason behind the behavior.</a:t>
            </a:r>
          </a:p>
        </p:txBody>
      </p:sp>
      <p:sp>
        <p:nvSpPr>
          <p:cNvPr id="273" name="Google Shape;273;p39">
            <a:extLst>
              <a:ext uri="{FF2B5EF4-FFF2-40B4-BE49-F238E27FC236}">
                <a16:creationId xmlns:a16="http://schemas.microsoft.com/office/drawing/2014/main" id="{9B92D657-532C-4E35-B397-86879B797E24}"/>
              </a:ext>
            </a:extLst>
          </p:cNvPr>
          <p:cNvSpPr>
            <a:spLocks noGrp="1"/>
          </p:cNvSpPr>
          <p:nvPr>
            <p:ph type="body" idx="2"/>
          </p:nvPr>
        </p:nvSpPr>
        <p:spPr>
          <a:xfrm>
            <a:off x="3245975" y="1878975"/>
            <a:ext cx="2652000" cy="2921700"/>
          </a:xfrm>
          <a:prstGeom prst="rect">
            <a:avLst/>
          </a:prstGeom>
        </p:spPr>
        <p:txBody>
          <a:bodyPr spcFirstLastPara="1" wrap="square" lIns="0" tIns="0" rIns="182875" bIns="0" anchor="t">
            <a:noAutofit/>
          </a:bodyPr>
          <a:lstStyle/>
          <a:p>
            <a:pPr>
              <a:spcAft>
                <a:spcPts val="1400"/>
              </a:spcAft>
            </a:pPr>
            <a:r>
              <a:rPr sz="1950">
                <a:solidFill>
                  <a:srgbClr val="000000"/>
                </a:solidFill>
                <a:latin typeface="Poppins SemiBold"/>
                <a:ea typeface="Poppins SemiBold"/>
                <a:cs typeface="Poppins SemiBold"/>
              </a:rPr>
              <a:t>Hands-on skills</a:t>
            </a:r>
          </a:p>
          <a:p>
            <a:r>
              <a:rPr sz="1725">
                <a:solidFill>
                  <a:srgbClr val="000000"/>
                </a:solidFill>
                <a:latin typeface="Poppins"/>
                <a:ea typeface="Poppins"/>
                <a:cs typeface="Poppins"/>
              </a:rPr>
              <a:t>Do the task. Inspect the result and its limitations.</a:t>
            </a:r>
          </a:p>
        </p:txBody>
      </p:sp>
      <p:sp>
        <p:nvSpPr>
          <p:cNvPr id="274" name="Google Shape;274;p39">
            <a:extLst>
              <a:ext uri="{FF2B5EF4-FFF2-40B4-BE49-F238E27FC236}">
                <a16:creationId xmlns:a16="http://schemas.microsoft.com/office/drawing/2014/main" id="{86908EE5-7577-42F5-8907-5FA2C1C3B489}"/>
              </a:ext>
            </a:extLst>
          </p:cNvPr>
          <p:cNvSpPr>
            <a:spLocks noGrp="1"/>
          </p:cNvSpPr>
          <p:nvPr>
            <p:ph type="body" idx="3"/>
          </p:nvPr>
        </p:nvSpPr>
        <p:spPr>
          <a:xfrm>
            <a:off x="5985000" y="1878975"/>
            <a:ext cx="2652000" cy="2921700"/>
          </a:xfrm>
          <a:prstGeom prst="rect">
            <a:avLst/>
          </a:prstGeom>
        </p:spPr>
        <p:txBody>
          <a:bodyPr spcFirstLastPara="1" wrap="square" lIns="0" tIns="0" rIns="182875" bIns="0" anchor="t">
            <a:noAutofit/>
          </a:bodyPr>
          <a:lstStyle/>
          <a:p>
            <a:pPr>
              <a:spcAft>
                <a:spcPts val="1400"/>
              </a:spcAft>
            </a:pPr>
            <a:r>
              <a:rPr sz="1950">
                <a:solidFill>
                  <a:srgbClr val="000000"/>
                </a:solidFill>
                <a:latin typeface="Poppins SemiBold"/>
                <a:ea typeface="Poppins SemiBold"/>
                <a:cs typeface="Poppins SemiBold"/>
              </a:rPr>
              <a:t>Knowledge checks</a:t>
            </a:r>
          </a:p>
          <a:p>
            <a:r>
              <a:rPr sz="1725">
                <a:solidFill>
                  <a:srgbClr val="000000"/>
                </a:solidFill>
                <a:latin typeface="Poppins"/>
                <a:ea typeface="Poppins"/>
                <a:cs typeface="Poppins"/>
              </a:rPr>
              <a:t>Choose an answer, then explain why every distractor fails.</a:t>
            </a:r>
          </a:p>
        </p:txBody>
      </p:sp>
      <p:sp>
        <p:nvSpPr>
          <p:cNvPr id="275" name="Google Shape;275;p39">
            <a:extLst>
              <a:ext uri="{FF2B5EF4-FFF2-40B4-BE49-F238E27FC236}">
                <a16:creationId xmlns:a16="http://schemas.microsoft.com/office/drawing/2014/main" id="{F0204725-B3A4-42EF-B5B4-A76546479CF1}"/>
              </a:ext>
            </a:extLst>
          </p:cNvPr>
          <p:cNvSpPr>
            <a:spLocks noGrp="1"/>
          </p:cNvSpPr>
          <p:nvPr>
            <p:ph type="body" idx="4"/>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76" name="Google Shape;276;p39">
            <a:extLst>
              <a:ext uri="{FF2B5EF4-FFF2-40B4-BE49-F238E27FC236}">
                <a16:creationId xmlns:a16="http://schemas.microsoft.com/office/drawing/2014/main" id="{44A2698B-1219-481E-B8F6-93586A130A6A}"/>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D3D7D1C8-AE23-AA48-DF65-C742588DBE47}" type="slidenum">
              <a:t>7</a:t>
            </a:fld>
            <a:endParaRPr/>
          </a:p>
        </p:txBody>
      </p:sp>
      <p:pic>
        <p:nvPicPr>
          <p:cNvPr id="3" name="Picture 2">
            <a:extLst>
              <a:ext uri="{FF2B5EF4-FFF2-40B4-BE49-F238E27FC236}">
                <a16:creationId xmlns:a16="http://schemas.microsoft.com/office/drawing/2014/main" id="{789EC16F-BB7C-5FF8-E4A8-45ED8D6468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0338"/>
            <a:ext cx="9144000" cy="5122824"/>
          </a:xfrm>
          <a:prstGeom prst="rect">
            <a:avLst/>
          </a:prstGeom>
        </p:spPr>
      </p:pic>
    </p:spTree>
    <p:extLst>
      <p:ext uri="{BB962C8B-B14F-4D97-AF65-F5344CB8AC3E}">
        <p14:creationId xmlns:p14="http://schemas.microsoft.com/office/powerpoint/2010/main" val="20343823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1" name="Google Shape;271;p39">
            <a:extLst>
              <a:ext uri="{FF2B5EF4-FFF2-40B4-BE49-F238E27FC236}">
                <a16:creationId xmlns:a16="http://schemas.microsoft.com/office/drawing/2014/main" id="{C225749F-E69F-485D-9670-DD8E69CEF10A}"/>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lang="en-US" sz="2100" dirty="0">
                <a:solidFill>
                  <a:srgbClr val="000000"/>
                </a:solidFill>
                <a:latin typeface="Poppins SemiBold"/>
                <a:ea typeface="Poppins SemiBold"/>
                <a:cs typeface="Poppins SemiBold"/>
              </a:rPr>
              <a:t>GitHub Enterprise Cloud (GHEC) governance hierarchy</a:t>
            </a:r>
            <a:endParaRPr sz="2100" dirty="0">
              <a:solidFill>
                <a:srgbClr val="000000"/>
              </a:solidFill>
              <a:latin typeface="Poppins SemiBold"/>
              <a:ea typeface="Poppins SemiBold"/>
              <a:cs typeface="Poppins SemiBold"/>
            </a:endParaRPr>
          </a:p>
          <a:p>
            <a:r>
              <a:rPr lang="en-US" sz="1350" dirty="0">
                <a:solidFill>
                  <a:srgbClr val="666666"/>
                </a:solidFill>
                <a:latin typeface="Poppins"/>
                <a:ea typeface="Poppins"/>
                <a:cs typeface="Poppins"/>
              </a:rPr>
              <a:t> </a:t>
            </a:r>
            <a:endParaRPr sz="1350" dirty="0">
              <a:solidFill>
                <a:srgbClr val="666666"/>
              </a:solidFill>
              <a:latin typeface="Poppins"/>
              <a:ea typeface="Poppins"/>
              <a:cs typeface="Poppins"/>
            </a:endParaRPr>
          </a:p>
        </p:txBody>
      </p:sp>
      <p:sp>
        <p:nvSpPr>
          <p:cNvPr id="272" name="Google Shape;272;p39">
            <a:extLst>
              <a:ext uri="{FF2B5EF4-FFF2-40B4-BE49-F238E27FC236}">
                <a16:creationId xmlns:a16="http://schemas.microsoft.com/office/drawing/2014/main" id="{D8F09E5D-ED9E-4711-82FA-CF08F01C881C}"/>
              </a:ext>
            </a:extLst>
          </p:cNvPr>
          <p:cNvSpPr>
            <a:spLocks noGrp="1"/>
          </p:cNvSpPr>
          <p:nvPr>
            <p:ph type="body" idx="1"/>
          </p:nvPr>
        </p:nvSpPr>
        <p:spPr>
          <a:xfrm>
            <a:off x="506875" y="1878975"/>
            <a:ext cx="2652000" cy="2921700"/>
          </a:xfrm>
          <a:prstGeom prst="rect">
            <a:avLst/>
          </a:prstGeom>
        </p:spPr>
        <p:txBody>
          <a:bodyPr spcFirstLastPara="1" wrap="square" lIns="0" tIns="0" rIns="182875" bIns="0" anchor="t">
            <a:noAutofit/>
          </a:bodyPr>
          <a:lstStyle/>
          <a:p>
            <a:pPr>
              <a:spcAft>
                <a:spcPts val="1400"/>
              </a:spcAft>
            </a:pPr>
            <a:r>
              <a:rPr sz="1950">
                <a:solidFill>
                  <a:srgbClr val="000000"/>
                </a:solidFill>
                <a:latin typeface="Poppins SemiBold"/>
                <a:ea typeface="Poppins SemiBold"/>
                <a:cs typeface="Poppins SemiBold"/>
              </a:rPr>
              <a:t>Core concepts</a:t>
            </a:r>
          </a:p>
          <a:p>
            <a:r>
              <a:rPr sz="1725">
                <a:solidFill>
                  <a:srgbClr val="000000"/>
                </a:solidFill>
                <a:latin typeface="Poppins"/>
                <a:ea typeface="Poppins"/>
                <a:cs typeface="Poppins"/>
              </a:rPr>
              <a:t>Read current primary sources. Explain the reason behind the behavior.</a:t>
            </a:r>
          </a:p>
        </p:txBody>
      </p:sp>
      <p:sp>
        <p:nvSpPr>
          <p:cNvPr id="273" name="Google Shape;273;p39">
            <a:extLst>
              <a:ext uri="{FF2B5EF4-FFF2-40B4-BE49-F238E27FC236}">
                <a16:creationId xmlns:a16="http://schemas.microsoft.com/office/drawing/2014/main" id="{9B92D657-532C-4E35-B397-86879B797E24}"/>
              </a:ext>
            </a:extLst>
          </p:cNvPr>
          <p:cNvSpPr>
            <a:spLocks noGrp="1"/>
          </p:cNvSpPr>
          <p:nvPr>
            <p:ph type="body" idx="2"/>
          </p:nvPr>
        </p:nvSpPr>
        <p:spPr>
          <a:xfrm>
            <a:off x="3245975" y="1878975"/>
            <a:ext cx="2652000" cy="2921700"/>
          </a:xfrm>
          <a:prstGeom prst="rect">
            <a:avLst/>
          </a:prstGeom>
        </p:spPr>
        <p:txBody>
          <a:bodyPr spcFirstLastPara="1" wrap="square" lIns="0" tIns="0" rIns="182875" bIns="0" anchor="t">
            <a:noAutofit/>
          </a:bodyPr>
          <a:lstStyle/>
          <a:p>
            <a:pPr>
              <a:spcAft>
                <a:spcPts val="1400"/>
              </a:spcAft>
            </a:pPr>
            <a:r>
              <a:rPr sz="1950">
                <a:solidFill>
                  <a:srgbClr val="000000"/>
                </a:solidFill>
                <a:latin typeface="Poppins SemiBold"/>
                <a:ea typeface="Poppins SemiBold"/>
                <a:cs typeface="Poppins SemiBold"/>
              </a:rPr>
              <a:t>Hands-on skills</a:t>
            </a:r>
          </a:p>
          <a:p>
            <a:r>
              <a:rPr sz="1725">
                <a:solidFill>
                  <a:srgbClr val="000000"/>
                </a:solidFill>
                <a:latin typeface="Poppins"/>
                <a:ea typeface="Poppins"/>
                <a:cs typeface="Poppins"/>
              </a:rPr>
              <a:t>Do the task. Inspect the result and its limitations.</a:t>
            </a:r>
          </a:p>
        </p:txBody>
      </p:sp>
      <p:sp>
        <p:nvSpPr>
          <p:cNvPr id="274" name="Google Shape;274;p39">
            <a:extLst>
              <a:ext uri="{FF2B5EF4-FFF2-40B4-BE49-F238E27FC236}">
                <a16:creationId xmlns:a16="http://schemas.microsoft.com/office/drawing/2014/main" id="{86908EE5-7577-42F5-8907-5FA2C1C3B489}"/>
              </a:ext>
            </a:extLst>
          </p:cNvPr>
          <p:cNvSpPr>
            <a:spLocks noGrp="1"/>
          </p:cNvSpPr>
          <p:nvPr>
            <p:ph type="body" idx="3"/>
          </p:nvPr>
        </p:nvSpPr>
        <p:spPr>
          <a:xfrm>
            <a:off x="5985000" y="1878975"/>
            <a:ext cx="2652000" cy="2921700"/>
          </a:xfrm>
          <a:prstGeom prst="rect">
            <a:avLst/>
          </a:prstGeom>
        </p:spPr>
        <p:txBody>
          <a:bodyPr spcFirstLastPara="1" wrap="square" lIns="0" tIns="0" rIns="182875" bIns="0" anchor="t">
            <a:noAutofit/>
          </a:bodyPr>
          <a:lstStyle/>
          <a:p>
            <a:pPr>
              <a:spcAft>
                <a:spcPts val="1400"/>
              </a:spcAft>
            </a:pPr>
            <a:r>
              <a:rPr sz="1950">
                <a:solidFill>
                  <a:srgbClr val="000000"/>
                </a:solidFill>
                <a:latin typeface="Poppins SemiBold"/>
                <a:ea typeface="Poppins SemiBold"/>
                <a:cs typeface="Poppins SemiBold"/>
              </a:rPr>
              <a:t>Knowledge checks</a:t>
            </a:r>
          </a:p>
          <a:p>
            <a:r>
              <a:rPr sz="1725">
                <a:solidFill>
                  <a:srgbClr val="000000"/>
                </a:solidFill>
                <a:latin typeface="Poppins"/>
                <a:ea typeface="Poppins"/>
                <a:cs typeface="Poppins"/>
              </a:rPr>
              <a:t>Choose an answer, then explain why every distractor fails.</a:t>
            </a:r>
          </a:p>
        </p:txBody>
      </p:sp>
      <p:sp>
        <p:nvSpPr>
          <p:cNvPr id="275" name="Google Shape;275;p39">
            <a:extLst>
              <a:ext uri="{FF2B5EF4-FFF2-40B4-BE49-F238E27FC236}">
                <a16:creationId xmlns:a16="http://schemas.microsoft.com/office/drawing/2014/main" id="{F0204725-B3A4-42EF-B5B4-A76546479CF1}"/>
              </a:ext>
            </a:extLst>
          </p:cNvPr>
          <p:cNvSpPr>
            <a:spLocks noGrp="1"/>
          </p:cNvSpPr>
          <p:nvPr>
            <p:ph type="body" idx="4"/>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76" name="Google Shape;276;p39">
            <a:extLst>
              <a:ext uri="{FF2B5EF4-FFF2-40B4-BE49-F238E27FC236}">
                <a16:creationId xmlns:a16="http://schemas.microsoft.com/office/drawing/2014/main" id="{44A2698B-1219-481E-B8F6-93586A130A6A}"/>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D3D7D1C8-AE23-AA48-DF65-C742588DBE47}" type="slidenum">
              <a:t>8</a:t>
            </a:fld>
            <a:endParaRPr/>
          </a:p>
        </p:txBody>
      </p:sp>
      <p:pic>
        <p:nvPicPr>
          <p:cNvPr id="4" name="Picture 3">
            <a:extLst>
              <a:ext uri="{FF2B5EF4-FFF2-40B4-BE49-F238E27FC236}">
                <a16:creationId xmlns:a16="http://schemas.microsoft.com/office/drawing/2014/main" id="{3B4E1B12-782B-2DE6-12D4-8B7E5AE35A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8968" y="842810"/>
            <a:ext cx="8663553" cy="4337033"/>
          </a:xfrm>
          <a:prstGeom prst="rect">
            <a:avLst/>
          </a:prstGeom>
        </p:spPr>
      </p:pic>
    </p:spTree>
    <p:extLst>
      <p:ext uri="{BB962C8B-B14F-4D97-AF65-F5344CB8AC3E}">
        <p14:creationId xmlns:p14="http://schemas.microsoft.com/office/powerpoint/2010/main" val="33576229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2" name="Google Shape;422;p50">
            <a:extLst>
              <a:ext uri="{FF2B5EF4-FFF2-40B4-BE49-F238E27FC236}">
                <a16:creationId xmlns:a16="http://schemas.microsoft.com/office/drawing/2014/main" id="{A4C0EBA2-5668-4D81-A4C5-5638DD2E7D17}"/>
              </a:ext>
            </a:extLst>
          </p:cNvPr>
          <p:cNvSpPr>
            <a:spLocks noGrp="1"/>
          </p:cNvSpPr>
          <p:nvPr>
            <p:ph type="title"/>
          </p:nvPr>
        </p:nvSpPr>
        <p:spPr>
          <a:xfrm>
            <a:off x="506875" y="1878975"/>
            <a:ext cx="8130300" cy="1385700"/>
          </a:xfrm>
          <a:prstGeom prst="rect">
            <a:avLst/>
          </a:prstGeom>
        </p:spPr>
        <p:txBody>
          <a:bodyPr spcFirstLastPara="1" wrap="square" lIns="0" tIns="0" rIns="0" bIns="0" anchor="t">
            <a:noAutofit/>
          </a:bodyPr>
          <a:lstStyle/>
          <a:p>
            <a:pPr>
              <a:spcAft>
                <a:spcPts val="1000"/>
              </a:spcAft>
            </a:pPr>
            <a:r>
              <a:rPr sz="2700">
                <a:solidFill>
                  <a:srgbClr val="FFFFFF"/>
                </a:solidFill>
                <a:latin typeface="Poppins SemiBold"/>
                <a:ea typeface="Poppins SemiBold"/>
                <a:cs typeface="Poppins SemiBold"/>
              </a:rPr>
              <a:t>Segment 1</a:t>
            </a:r>
          </a:p>
          <a:p>
            <a:r>
              <a:rPr sz="1800">
                <a:solidFill>
                  <a:srgbClr val="FFFFFF"/>
                </a:solidFill>
                <a:latin typeface="Poppins"/>
                <a:ea typeface="Poppins"/>
                <a:cs typeface="Poppins"/>
              </a:rPr>
              <a:t>Foundations and responsible operation</a:t>
            </a:r>
          </a:p>
        </p:txBody>
      </p:sp>
    </p:spTree>
    <p:extLst>
      <p:ext uri="{BB962C8B-B14F-4D97-AF65-F5344CB8AC3E}">
        <p14:creationId xmlns:p14="http://schemas.microsoft.com/office/powerpoint/2010/main" val="14066836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A plausible answer is a proposal</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Does that API exist?</a:t>
            </a:r>
          </a:p>
          <a:p>
            <a:pPr marL="254000" indent="-127000">
              <a:spcAft>
                <a:spcPts val="900"/>
              </a:spcAft>
              <a:buChar char="•"/>
            </a:pPr>
            <a:r>
              <a:rPr sz="2025">
                <a:solidFill>
                  <a:srgbClr val="000000"/>
                </a:solidFill>
                <a:latin typeface="Poppins"/>
                <a:ea typeface="Poppins"/>
                <a:cs typeface="Poppins"/>
              </a:rPr>
              <a:t>Does the code meet the requirement?</a:t>
            </a:r>
          </a:p>
          <a:p>
            <a:pPr marL="254000" indent="-127000">
              <a:spcAft>
                <a:spcPts val="900"/>
              </a:spcAft>
              <a:buChar char="•"/>
            </a:pPr>
            <a:r>
              <a:rPr sz="2025">
                <a:solidFill>
                  <a:srgbClr val="000000"/>
                </a:solidFill>
                <a:latin typeface="Poppins"/>
                <a:ea typeface="Poppins"/>
                <a:cs typeface="Poppins"/>
              </a:rPr>
              <a:t>What data and permissions does it use?</a:t>
            </a:r>
          </a:p>
          <a:p>
            <a:pPr marL="254000" indent="-127000">
              <a:spcAft>
                <a:spcPts val="900"/>
              </a:spcAft>
              <a:buChar char="•"/>
            </a:pPr>
            <a:r>
              <a:rPr sz="2025">
                <a:solidFill>
                  <a:srgbClr val="000000"/>
                </a:solidFill>
                <a:latin typeface="Poppins"/>
                <a:ea typeface="Poppins"/>
                <a:cs typeface="Poppins"/>
              </a:rPr>
              <a:t>What evidence supports accepting it?</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388657AE-30A1-5A7A-6A7F-315D84436430}" type="slidenum">
              <a:t>10</a:t>
            </a:fld>
            <a:endParaRPr/>
          </a:p>
        </p:txBody>
      </p:sp>
    </p:spTree>
    <p:extLst>
      <p:ext uri="{BB962C8B-B14F-4D97-AF65-F5344CB8AC3E}">
        <p14:creationId xmlns:p14="http://schemas.microsoft.com/office/powerpoint/2010/main" val="5275132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Six principles of responsible AI</a:t>
            </a:r>
          </a:p>
          <a:p>
            <a:r>
              <a:rPr sz="1350">
                <a:solidFill>
                  <a:srgbClr val="666666"/>
                </a:solidFill>
                <a:latin typeface="Poppins"/>
                <a:ea typeface="Poppins"/>
                <a:cs typeface="Poppins"/>
              </a:rPr>
              <a:t>Name the harm, then name the mitigation</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1875">
                <a:solidFill>
                  <a:srgbClr val="000000"/>
                </a:solidFill>
                <a:latin typeface="Poppins"/>
                <a:ea typeface="Poppins"/>
                <a:cs typeface="Poppins"/>
              </a:rPr>
              <a:t>Fairness: treat all people fairly</a:t>
            </a:r>
          </a:p>
          <a:p>
            <a:pPr marL="254000" indent="-127000">
              <a:spcAft>
                <a:spcPts val="900"/>
              </a:spcAft>
              <a:buChar char="•"/>
            </a:pPr>
            <a:r>
              <a:rPr sz="1875">
                <a:solidFill>
                  <a:srgbClr val="000000"/>
                </a:solidFill>
                <a:latin typeface="Poppins"/>
                <a:ea typeface="Poppins"/>
                <a:cs typeface="Poppins"/>
              </a:rPr>
              <a:t>Reliability and safety: perform as designed</a:t>
            </a:r>
          </a:p>
          <a:p>
            <a:pPr marL="254000" indent="-127000">
              <a:spcAft>
                <a:spcPts val="900"/>
              </a:spcAft>
              <a:buChar char="•"/>
            </a:pPr>
            <a:r>
              <a:rPr sz="1875">
                <a:solidFill>
                  <a:srgbClr val="000000"/>
                </a:solidFill>
                <a:latin typeface="Poppins"/>
                <a:ea typeface="Poppins"/>
                <a:cs typeface="Poppins"/>
              </a:rPr>
              <a:t>Privacy and security: protect data and consent</a:t>
            </a:r>
          </a:p>
          <a:p>
            <a:pPr marL="254000" indent="-127000">
              <a:spcAft>
                <a:spcPts val="900"/>
              </a:spcAft>
              <a:buChar char="•"/>
            </a:pPr>
            <a:r>
              <a:rPr sz="1875">
                <a:solidFill>
                  <a:srgbClr val="000000"/>
                </a:solidFill>
                <a:latin typeface="Poppins"/>
                <a:ea typeface="Poppins"/>
                <a:cs typeface="Poppins"/>
              </a:rPr>
              <a:t>Inclusiveness: work for everyone</a:t>
            </a:r>
          </a:p>
          <a:p>
            <a:pPr marL="254000" indent="-127000">
              <a:spcAft>
                <a:spcPts val="900"/>
              </a:spcAft>
              <a:buChar char="•"/>
            </a:pPr>
            <a:r>
              <a:rPr sz="1875">
                <a:solidFill>
                  <a:srgbClr val="000000"/>
                </a:solidFill>
                <a:latin typeface="Poppins"/>
                <a:ea typeface="Poppins"/>
                <a:cs typeface="Poppins"/>
              </a:rPr>
              <a:t>Transparency: be understandable about limits</a:t>
            </a:r>
          </a:p>
          <a:p>
            <a:pPr marL="254000" indent="-127000">
              <a:spcAft>
                <a:spcPts val="900"/>
              </a:spcAft>
              <a:buChar char="•"/>
            </a:pPr>
            <a:r>
              <a:rPr sz="1875">
                <a:solidFill>
                  <a:srgbClr val="000000"/>
                </a:solidFill>
                <a:latin typeface="Poppins"/>
                <a:ea typeface="Poppins"/>
                <a:cs typeface="Poppins"/>
              </a:rPr>
              <a:t>Accountability: people answer for the system</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EFD6AB9A-5F9E-5F59-51AB-3C8734130965}" type="slidenum">
              <a:rPr/>
              <a:t>11</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2" name="Google Shape;422;p50">
            <a:extLst>
              <a:ext uri="{FF2B5EF4-FFF2-40B4-BE49-F238E27FC236}">
                <a16:creationId xmlns:a16="http://schemas.microsoft.com/office/drawing/2014/main" id="{A4C0EBA2-5668-4D81-A4C5-5638DD2E7D17}"/>
              </a:ext>
            </a:extLst>
          </p:cNvPr>
          <p:cNvSpPr>
            <a:spLocks noGrp="1"/>
          </p:cNvSpPr>
          <p:nvPr>
            <p:ph type="title"/>
          </p:nvPr>
        </p:nvSpPr>
        <p:spPr>
          <a:xfrm>
            <a:off x="506875" y="1878975"/>
            <a:ext cx="8130300" cy="1385700"/>
          </a:xfrm>
          <a:prstGeom prst="rect">
            <a:avLst/>
          </a:prstGeom>
        </p:spPr>
        <p:txBody>
          <a:bodyPr spcFirstLastPara="1" wrap="square" lIns="0" tIns="0" rIns="0" bIns="0" anchor="t">
            <a:noAutofit/>
          </a:bodyPr>
          <a:lstStyle/>
          <a:p>
            <a:pPr>
              <a:spcAft>
                <a:spcPts val="1000"/>
              </a:spcAft>
            </a:pPr>
            <a:r>
              <a:rPr sz="2700">
                <a:solidFill>
                  <a:srgbClr val="FFFFFF"/>
                </a:solidFill>
                <a:latin typeface="Poppins SemiBold"/>
                <a:ea typeface="Poppins SemiBold"/>
                <a:cs typeface="Poppins SemiBold"/>
              </a:rPr>
              <a:t>Segment 2</a:t>
            </a:r>
          </a:p>
          <a:p>
            <a:r>
              <a:rPr sz="1800">
                <a:solidFill>
                  <a:srgbClr val="FFFFFF"/>
                </a:solidFill>
                <a:latin typeface="Poppins"/>
                <a:ea typeface="Poppins"/>
                <a:cs typeface="Poppins"/>
              </a:rPr>
              <a:t>Core features: IDE, Chat, CLI</a:t>
            </a:r>
          </a:p>
        </p:txBody>
      </p:sp>
    </p:spTree>
    <p:extLst>
      <p:ext uri="{BB962C8B-B14F-4D97-AF65-F5344CB8AC3E}">
        <p14:creationId xmlns:p14="http://schemas.microsoft.com/office/powerpoint/2010/main" val="14066836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Choose the smallest useful surface</a:t>
            </a:r>
          </a:p>
          <a:p>
            <a:endParaRPr sz="2100">
              <a:solidFill>
                <a:srgbClr val="000000"/>
              </a:solidFill>
              <a:latin typeface="Poppins SemiBold"/>
              <a:ea typeface="Poppins SemiBold"/>
              <a:cs typeface="Poppins SemiBold"/>
            </a:endParaRP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30394428-F1DC-E5F6-DB0C-7DE31F3D8A23}" type="slidenum">
              <a:rPr/>
              <a:t>13</a:t>
            </a:fld>
            <a:endParaRPr/>
          </a:p>
        </p:txBody>
      </p:sp>
      <p:sp>
        <p:nvSpPr>
          <p:cNvPr id="240" name="Rectangle 239"/>
          <p:cNvSpPr/>
          <p:nvPr/>
        </p:nvSpPr>
        <p:spPr>
          <a:xfrm>
            <a:off x="502920" y="2029968"/>
            <a:ext cx="1896237"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0">
                <a:solidFill>
                  <a:srgbClr val="1A1A1A"/>
                </a:solidFill>
                <a:latin typeface="Poppins"/>
              </a:rPr>
              <a:t>Inline</a:t>
            </a:r>
          </a:p>
        </p:txBody>
      </p:sp>
      <p:sp>
        <p:nvSpPr>
          <p:cNvPr id="241" name="TextBox 240"/>
          <p:cNvSpPr txBox="1"/>
          <p:nvPr/>
        </p:nvSpPr>
        <p:spPr>
          <a:xfrm>
            <a:off x="548640" y="2578608"/>
            <a:ext cx="1804797" cy="548640"/>
          </a:xfrm>
          <a:prstGeom prst="rect">
            <a:avLst/>
          </a:prstGeom>
          <a:noFill/>
        </p:spPr>
        <p:txBody>
          <a:bodyPr wrap="square" lIns="0" tIns="0" rIns="0" bIns="0">
            <a:spAutoFit/>
          </a:bodyPr>
          <a:lstStyle/>
          <a:p>
            <a:pPr algn="ctr"/>
            <a:r>
              <a:rPr sz="950" b="0" i="0">
                <a:solidFill>
                  <a:srgbClr val="666666"/>
                </a:solidFill>
                <a:latin typeface="Poppins"/>
              </a:rPr>
              <a:t>continues the line
you are typing</a:t>
            </a:r>
          </a:p>
        </p:txBody>
      </p:sp>
      <p:sp>
        <p:nvSpPr>
          <p:cNvPr id="242" name="Rounded Rectangle 241"/>
          <p:cNvSpPr/>
          <p:nvPr/>
        </p:nvSpPr>
        <p:spPr>
          <a:xfrm>
            <a:off x="502920" y="3218688"/>
            <a:ext cx="1896237" cy="420624"/>
          </a:xfrm>
          <a:prstGeom prst="roundRect">
            <a:avLst/>
          </a:prstGeom>
          <a:solidFill>
            <a:srgbClr val="FFFFFF"/>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50" b="1">
                <a:solidFill>
                  <a:srgbClr val="1A1A1A"/>
                </a:solidFill>
                <a:latin typeface="Poppins"/>
              </a:rPr>
              <a:t>you inspect the line</a:t>
            </a:r>
          </a:p>
        </p:txBody>
      </p:sp>
      <p:sp>
        <p:nvSpPr>
          <p:cNvPr id="243" name="Rectangle 242"/>
          <p:cNvSpPr/>
          <p:nvPr/>
        </p:nvSpPr>
        <p:spPr>
          <a:xfrm>
            <a:off x="2614040" y="2029968"/>
            <a:ext cx="1896237"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0">
                <a:solidFill>
                  <a:srgbClr val="1A1A1A"/>
                </a:solidFill>
                <a:latin typeface="Poppins"/>
              </a:rPr>
              <a:t>Chat</a:t>
            </a:r>
          </a:p>
        </p:txBody>
      </p:sp>
      <p:sp>
        <p:nvSpPr>
          <p:cNvPr id="244" name="TextBox 243"/>
          <p:cNvSpPr txBox="1"/>
          <p:nvPr/>
        </p:nvSpPr>
        <p:spPr>
          <a:xfrm>
            <a:off x="2659760" y="2578608"/>
            <a:ext cx="1804797" cy="548640"/>
          </a:xfrm>
          <a:prstGeom prst="rect">
            <a:avLst/>
          </a:prstGeom>
          <a:noFill/>
        </p:spPr>
        <p:txBody>
          <a:bodyPr wrap="square" lIns="0" tIns="0" rIns="0" bIns="0">
            <a:spAutoFit/>
          </a:bodyPr>
          <a:lstStyle/>
          <a:p>
            <a:pPr algn="ctr"/>
            <a:r>
              <a:rPr sz="950" b="0" i="0">
                <a:solidFill>
                  <a:srgbClr val="666666"/>
                </a:solidFill>
                <a:latin typeface="Poppins"/>
              </a:rPr>
              <a:t>files you supply
plus the thread</a:t>
            </a:r>
          </a:p>
        </p:txBody>
      </p:sp>
      <p:sp>
        <p:nvSpPr>
          <p:cNvPr id="245" name="Rounded Rectangle 244"/>
          <p:cNvSpPr/>
          <p:nvPr/>
        </p:nvSpPr>
        <p:spPr>
          <a:xfrm>
            <a:off x="2614040" y="3218688"/>
            <a:ext cx="1896237" cy="420624"/>
          </a:xfrm>
          <a:prstGeom prst="roundRect">
            <a:avLst/>
          </a:prstGeom>
          <a:solidFill>
            <a:srgbClr val="FFFFFF"/>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50" b="1">
                <a:solidFill>
                  <a:srgbClr val="1A1A1A"/>
                </a:solidFill>
                <a:latin typeface="Poppins"/>
              </a:rPr>
              <a:t>you inspect the answer</a:t>
            </a:r>
          </a:p>
        </p:txBody>
      </p:sp>
      <p:sp>
        <p:nvSpPr>
          <p:cNvPr id="246" name="Rectangle 245"/>
          <p:cNvSpPr/>
          <p:nvPr/>
        </p:nvSpPr>
        <p:spPr>
          <a:xfrm>
            <a:off x="4725162" y="2029968"/>
            <a:ext cx="1896237"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0">
                <a:solidFill>
                  <a:srgbClr val="1A1A1A"/>
                </a:solidFill>
                <a:latin typeface="Poppins"/>
              </a:rPr>
              <a:t>CLI</a:t>
            </a:r>
          </a:p>
        </p:txBody>
      </p:sp>
      <p:sp>
        <p:nvSpPr>
          <p:cNvPr id="247" name="TextBox 246"/>
          <p:cNvSpPr txBox="1"/>
          <p:nvPr/>
        </p:nvSpPr>
        <p:spPr>
          <a:xfrm>
            <a:off x="4770881" y="2578608"/>
            <a:ext cx="1804797" cy="548640"/>
          </a:xfrm>
          <a:prstGeom prst="rect">
            <a:avLst/>
          </a:prstGeom>
          <a:noFill/>
        </p:spPr>
        <p:txBody>
          <a:bodyPr wrap="square" lIns="0" tIns="0" rIns="0" bIns="0">
            <a:spAutoFit/>
          </a:bodyPr>
          <a:lstStyle/>
          <a:p>
            <a:pPr algn="ctr"/>
            <a:r>
              <a:rPr sz="950" b="0" i="0">
                <a:solidFill>
                  <a:srgbClr val="666666"/>
                </a:solidFill>
                <a:latin typeface="Poppins"/>
              </a:rPr>
              <a:t>terminal, files,
approved commands</a:t>
            </a:r>
          </a:p>
        </p:txBody>
      </p:sp>
      <p:sp>
        <p:nvSpPr>
          <p:cNvPr id="248" name="Rounded Rectangle 247"/>
          <p:cNvSpPr/>
          <p:nvPr/>
        </p:nvSpPr>
        <p:spPr>
          <a:xfrm>
            <a:off x="4725162" y="3218688"/>
            <a:ext cx="1896237" cy="420624"/>
          </a:xfrm>
          <a:prstGeom prst="roundRect">
            <a:avLst/>
          </a:prstGeom>
          <a:solidFill>
            <a:srgbClr val="FFFFFF"/>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50" b="1">
                <a:solidFill>
                  <a:srgbClr val="1A1A1A"/>
                </a:solidFill>
                <a:latin typeface="Poppins"/>
              </a:rPr>
              <a:t>you inspect each command</a:t>
            </a:r>
          </a:p>
        </p:txBody>
      </p:sp>
      <p:sp>
        <p:nvSpPr>
          <p:cNvPr id="249" name="Rectangle 248"/>
          <p:cNvSpPr/>
          <p:nvPr/>
        </p:nvSpPr>
        <p:spPr>
          <a:xfrm>
            <a:off x="6836282" y="2029968"/>
            <a:ext cx="1896237"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0">
                <a:solidFill>
                  <a:srgbClr val="1A1A1A"/>
                </a:solidFill>
                <a:latin typeface="Poppins"/>
              </a:rPr>
              <a:t>Agent</a:t>
            </a:r>
          </a:p>
        </p:txBody>
      </p:sp>
      <p:sp>
        <p:nvSpPr>
          <p:cNvPr id="250" name="TextBox 249"/>
          <p:cNvSpPr txBox="1"/>
          <p:nvPr/>
        </p:nvSpPr>
        <p:spPr>
          <a:xfrm>
            <a:off x="6882002" y="2578608"/>
            <a:ext cx="1804797" cy="548640"/>
          </a:xfrm>
          <a:prstGeom prst="rect">
            <a:avLst/>
          </a:prstGeom>
          <a:noFill/>
        </p:spPr>
        <p:txBody>
          <a:bodyPr wrap="square" lIns="0" tIns="0" rIns="0" bIns="0">
            <a:spAutoFit/>
          </a:bodyPr>
          <a:lstStyle/>
          <a:p>
            <a:pPr algn="ctr"/>
            <a:r>
              <a:rPr sz="950" b="0" i="0">
                <a:solidFill>
                  <a:srgbClr val="666666"/>
                </a:solidFill>
                <a:latin typeface="Poppins"/>
              </a:rPr>
              <a:t>many files, tools,
a multi-step plan</a:t>
            </a:r>
          </a:p>
        </p:txBody>
      </p:sp>
      <p:sp>
        <p:nvSpPr>
          <p:cNvPr id="251" name="Rounded Rectangle 250"/>
          <p:cNvSpPr/>
          <p:nvPr/>
        </p:nvSpPr>
        <p:spPr>
          <a:xfrm>
            <a:off x="6836282" y="3218688"/>
            <a:ext cx="1896237" cy="420624"/>
          </a:xfrm>
          <a:prstGeom prst="roundRect">
            <a:avLst/>
          </a:prstGeom>
          <a:solidFill>
            <a:srgbClr val="FFFFFF"/>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50" b="1">
                <a:solidFill>
                  <a:srgbClr val="1A1A1A"/>
                </a:solidFill>
                <a:latin typeface="Poppins"/>
              </a:rPr>
              <a:t>you inspect the whole diff</a:t>
            </a:r>
          </a:p>
        </p:txBody>
      </p:sp>
      <p:cxnSp>
        <p:nvCxnSpPr>
          <p:cNvPr id="252" name="Connector 251"/>
          <p:cNvCxnSpPr/>
          <p:nvPr/>
        </p:nvCxnSpPr>
        <p:spPr>
          <a:xfrm>
            <a:off x="502920" y="3913632"/>
            <a:ext cx="8229600"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3" name="TextBox 252"/>
          <p:cNvSpPr txBox="1"/>
          <p:nvPr/>
        </p:nvSpPr>
        <p:spPr>
          <a:xfrm>
            <a:off x="502920" y="3986784"/>
            <a:ext cx="8229600" cy="219456"/>
          </a:xfrm>
          <a:prstGeom prst="rect">
            <a:avLst/>
          </a:prstGeom>
          <a:noFill/>
        </p:spPr>
        <p:txBody>
          <a:bodyPr wrap="square" lIns="0" tIns="0" rIns="0" bIns="0">
            <a:spAutoFit/>
          </a:bodyPr>
          <a:lstStyle/>
          <a:p>
            <a:pPr algn="l"/>
            <a:r>
              <a:rPr sz="950" b="0" i="0">
                <a:solidFill>
                  <a:srgbClr val="666666"/>
                </a:solidFill>
                <a:latin typeface="Poppins"/>
              </a:rPr>
              <a:t>reach, autonomy, and the amount you must review all increase</a:t>
            </a:r>
          </a:p>
        </p:txBody>
      </p:sp>
      <p:sp>
        <p:nvSpPr>
          <p:cNvPr id="254" name="TextBox 253"/>
          <p:cNvSpPr txBox="1"/>
          <p:nvPr/>
        </p:nvSpPr>
        <p:spPr>
          <a:xfrm>
            <a:off x="502920" y="4315968"/>
            <a:ext cx="8229600" cy="274320"/>
          </a:xfrm>
          <a:prstGeom prst="rect">
            <a:avLst/>
          </a:prstGeom>
          <a:noFill/>
        </p:spPr>
        <p:txBody>
          <a:bodyPr wrap="square" lIns="0" tIns="0" rIns="0" bIns="0">
            <a:spAutoFit/>
          </a:bodyPr>
          <a:lstStyle/>
          <a:p>
            <a:pPr algn="l"/>
            <a:r>
              <a:rPr sz="1050" b="0" i="1">
                <a:solidFill>
                  <a:srgbClr val="666666"/>
                </a:solidFill>
                <a:latin typeface="Poppins"/>
              </a:rPr>
              <a:t>Pick the leftmost surface that still covers the task.</a:t>
            </a:r>
          </a:p>
        </p:txBody>
      </p:sp>
    </p:spTree>
    <p:extLst>
      <p:ext uri="{BB962C8B-B14F-4D97-AF65-F5344CB8AC3E}">
        <p14:creationId xmlns:p14="http://schemas.microsoft.com/office/powerpoint/2010/main" val="5275132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Copilot CLI in the terminal</a:t>
            </a:r>
          </a:p>
          <a:p>
            <a:r>
              <a:rPr sz="1350">
                <a:solidFill>
                  <a:srgbClr val="666666"/>
                </a:solidFill>
                <a:latin typeface="Poppins"/>
                <a:ea typeface="Poppins"/>
                <a:cs typeface="Poppins"/>
              </a:rPr>
              <a:t>Install it, scope it, and review every permission</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Install with npm, then run copilot</a:t>
            </a:r>
          </a:p>
          <a:p>
            <a:pPr marL="254000" indent="-127000">
              <a:spcAft>
                <a:spcPts val="900"/>
              </a:spcAft>
              <a:buChar char="•"/>
            </a:pPr>
            <a:r>
              <a:rPr sz="2025">
                <a:solidFill>
                  <a:srgbClr val="000000"/>
                </a:solidFill>
                <a:latin typeface="Poppins"/>
                <a:ea typeface="Poppins"/>
                <a:cs typeface="Poppins"/>
              </a:rPr>
              <a:t>Ask directly, or plan before you edit</a:t>
            </a:r>
          </a:p>
          <a:p>
            <a:pPr marL="254000" indent="-127000">
              <a:spcAft>
                <a:spcPts val="900"/>
              </a:spcAft>
              <a:buChar char="•"/>
            </a:pPr>
            <a:r>
              <a:rPr sz="2025">
                <a:solidFill>
                  <a:srgbClr val="000000"/>
                </a:solidFill>
                <a:latin typeface="Poppins"/>
                <a:ea typeface="Poppins"/>
                <a:cs typeface="Poppins"/>
              </a:rPr>
              <a:t>Add context with @ files and /add-dir</a:t>
            </a:r>
          </a:p>
          <a:p>
            <a:pPr marL="254000" indent="-127000">
              <a:spcAft>
                <a:spcPts val="900"/>
              </a:spcAft>
              <a:buChar char="•"/>
            </a:pPr>
            <a:r>
              <a:rPr sz="2025">
                <a:solidFill>
                  <a:srgbClr val="000000"/>
                </a:solidFill>
                <a:latin typeface="Poppins"/>
                <a:ea typeface="Poppins"/>
                <a:cs typeface="Poppins"/>
              </a:rPr>
              <a:t>Generate scripts, edit files, run approved commands</a:t>
            </a:r>
          </a:p>
          <a:p>
            <a:pPr marL="254000" indent="-127000">
              <a:spcAft>
                <a:spcPts val="900"/>
              </a:spcAft>
              <a:buChar char="•"/>
            </a:pPr>
            <a:r>
              <a:rPr sz="2025">
                <a:solidFill>
                  <a:srgbClr val="000000"/>
                </a:solidFill>
                <a:latin typeface="Poppins"/>
                <a:ea typeface="Poppins"/>
                <a:cs typeface="Poppins"/>
              </a:rPr>
              <a:t>Return to earlier work with /resume</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02F15020-66A7-620A-7B7A-C05C4312DEAE}" type="slidenum">
              <a:t>14</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One task, two surfaces</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Explain search in src/app.js</a:t>
            </a:r>
          </a:p>
          <a:p>
            <a:pPr marL="254000" indent="-127000">
              <a:spcAft>
                <a:spcPts val="900"/>
              </a:spcAft>
              <a:buChar char="•"/>
            </a:pPr>
            <a:r>
              <a:rPr sz="2025">
                <a:solidFill>
                  <a:srgbClr val="000000"/>
                </a:solidFill>
                <a:latin typeface="Poppins"/>
                <a:ea typeface="Poppins"/>
                <a:cs typeface="Poppins"/>
              </a:rPr>
              <a:t>Compare Chat and Copilot CLI evidence</a:t>
            </a:r>
          </a:p>
          <a:p>
            <a:pPr marL="254000" indent="-127000">
              <a:spcAft>
                <a:spcPts val="900"/>
              </a:spcAft>
              <a:buChar char="•"/>
            </a:pPr>
            <a:r>
              <a:rPr sz="2025">
                <a:solidFill>
                  <a:srgbClr val="000000"/>
                </a:solidFill>
                <a:latin typeface="Poppins"/>
                <a:ea typeface="Poppins"/>
                <a:cs typeface="Poppins"/>
              </a:rPr>
              <a:t>Preserve the menu and tips.json contract</a:t>
            </a:r>
          </a:p>
          <a:p>
            <a:pPr marL="254000" indent="-127000">
              <a:spcAft>
                <a:spcPts val="900"/>
              </a:spcAft>
              <a:buChar char="•"/>
            </a:pPr>
            <a:r>
              <a:rPr sz="2025">
                <a:solidFill>
                  <a:srgbClr val="000000"/>
                </a:solidFill>
                <a:latin typeface="Poppins"/>
                <a:ea typeface="Poppins"/>
                <a:cs typeface="Poppins"/>
              </a:rPr>
              <a:t>Verify mixed-case and no-match behavior</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4DB16885-0D3F-A391-B669-3211DB3B26E8}" type="slidenum">
              <a:t>15</a:t>
            </a:fld>
            <a:endParaRPr/>
          </a:p>
        </p:txBody>
      </p:sp>
    </p:spTree>
    <p:extLst>
      <p:ext uri="{BB962C8B-B14F-4D97-AF65-F5344CB8AC3E}">
        <p14:creationId xmlns:p14="http://schemas.microsoft.com/office/powerpoint/2010/main" val="527513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Make useful guidance reusable</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Instructions: project conventions</a:t>
            </a:r>
          </a:p>
          <a:p>
            <a:pPr marL="254000" indent="-127000">
              <a:spcAft>
                <a:spcPts val="900"/>
              </a:spcAft>
              <a:buChar char="•"/>
            </a:pPr>
            <a:r>
              <a:rPr sz="2025">
                <a:solidFill>
                  <a:srgbClr val="000000"/>
                </a:solidFill>
                <a:latin typeface="Poppins"/>
                <a:ea typeface="Poppins"/>
                <a:cs typeface="Poppins"/>
              </a:rPr>
              <a:t>Prompt files: a task you invoke</a:t>
            </a:r>
          </a:p>
          <a:p>
            <a:pPr marL="254000" indent="-127000">
              <a:spcAft>
                <a:spcPts val="900"/>
              </a:spcAft>
              <a:buChar char="•"/>
            </a:pPr>
            <a:r>
              <a:rPr sz="2025">
                <a:solidFill>
                  <a:srgbClr val="000000"/>
                </a:solidFill>
                <a:latin typeface="Poppins"/>
                <a:ea typeface="Poppins"/>
                <a:cs typeface="Poppins"/>
              </a:rPr>
              <a:t>Custom agents: a focused role and tools</a:t>
            </a:r>
          </a:p>
          <a:p>
            <a:pPr marL="254000" indent="-127000">
              <a:spcAft>
                <a:spcPts val="900"/>
              </a:spcAft>
              <a:buChar char="•"/>
            </a:pPr>
            <a:r>
              <a:rPr sz="2025">
                <a:solidFill>
                  <a:srgbClr val="000000"/>
                </a:solidFill>
                <a:latin typeface="Poppins"/>
                <a:ea typeface="Poppins"/>
                <a:cs typeface="Poppins"/>
              </a:rPr>
              <a:t>Skills: procedures and supporting resources</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2DD23107-4986-8758-3A93-3D74F35908CC}" type="slidenum">
              <a:t>16</a:t>
            </a:fld>
            <a:endParaRPr/>
          </a:p>
        </p:txBody>
      </p:sp>
    </p:spTree>
    <p:extLst>
      <p:ext uri="{BB962C8B-B14F-4D97-AF65-F5344CB8AC3E}">
        <p14:creationId xmlns:p14="http://schemas.microsoft.com/office/powerpoint/2010/main" val="5275132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Chat is a bounded conversation</a:t>
            </a:r>
          </a:p>
          <a:p>
            <a:r>
              <a:rPr sz="1350">
                <a:solidFill>
                  <a:srgbClr val="666666"/>
                </a:solidFill>
                <a:latin typeface="Poppins"/>
                <a:ea typeface="Poppins"/>
                <a:cs typeface="Poppins"/>
              </a:rPr>
              <a:t>Enable it, scope it, and report what fails</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Enable Copilot and sign in to the IDE</a:t>
            </a:r>
          </a:p>
          <a:p>
            <a:pPr marL="254000" indent="-127000">
              <a:spcAft>
                <a:spcPts val="900"/>
              </a:spcAft>
              <a:buChar char="•"/>
            </a:pPr>
            <a:r>
              <a:rPr sz="2025">
                <a:solidFill>
                  <a:srgbClr val="000000"/>
                </a:solidFill>
                <a:latin typeface="Poppins"/>
                <a:ea typeface="Poppins"/>
                <a:cs typeface="Poppins"/>
              </a:rPr>
              <a:t>Scope the request with commands and context</a:t>
            </a:r>
          </a:p>
          <a:p>
            <a:pPr marL="254000" indent="-127000">
              <a:spcAft>
                <a:spcPts val="900"/>
              </a:spcAft>
              <a:buChar char="•"/>
            </a:pPr>
            <a:r>
              <a:rPr sz="2025">
                <a:solidFill>
                  <a:srgbClr val="000000"/>
                </a:solidFill>
                <a:latin typeface="Poppins"/>
                <a:ea typeface="Poppins"/>
                <a:cs typeface="Poppins"/>
              </a:rPr>
              <a:t>Respect context limits and plan availability</a:t>
            </a:r>
          </a:p>
          <a:p>
            <a:pPr marL="254000" indent="-127000">
              <a:spcAft>
                <a:spcPts val="900"/>
              </a:spcAft>
              <a:buChar char="•"/>
            </a:pPr>
            <a:r>
              <a:rPr sz="2025">
                <a:solidFill>
                  <a:srgbClr val="000000"/>
                </a:solidFill>
                <a:latin typeface="Poppins"/>
                <a:ea typeface="Poppins"/>
                <a:cs typeface="Poppins"/>
              </a:rPr>
              <a:t>Use the feedback control on a poor response</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30394428-F1DC-E5F6-DB0C-7DE31F3D8A23}" type="slidenum">
              <a:t>17</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Productivity is more than new code</a:t>
            </a:r>
          </a:p>
          <a:p>
            <a:r>
              <a:rPr sz="1350">
                <a:solidFill>
                  <a:srgbClr val="666666"/>
                </a:solidFill>
                <a:latin typeface="Poppins"/>
                <a:ea typeface="Poppins"/>
                <a:cs typeface="Poppins"/>
              </a:rPr>
              <a:t>Refactor, document, and modernize with evidence</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Explain unfamiliar code to reduce context switching</a:t>
            </a:r>
          </a:p>
          <a:p>
            <a:pPr marL="254000" indent="-127000">
              <a:spcAft>
                <a:spcPts val="900"/>
              </a:spcAft>
              <a:buChar char="•"/>
            </a:pPr>
            <a:r>
              <a:rPr sz="2025">
                <a:solidFill>
                  <a:srgbClr val="000000"/>
                </a:solidFill>
                <a:latin typeface="Poppins"/>
                <a:ea typeface="Poppins"/>
                <a:cs typeface="Poppins"/>
              </a:rPr>
              <a:t>Refactor only where tests already cover behavior</a:t>
            </a:r>
          </a:p>
          <a:p>
            <a:pPr marL="254000" indent="-127000">
              <a:spcAft>
                <a:spcPts val="900"/>
              </a:spcAft>
              <a:buChar char="•"/>
            </a:pPr>
            <a:r>
              <a:rPr sz="2025">
                <a:solidFill>
                  <a:srgbClr val="000000"/>
                </a:solidFill>
                <a:latin typeface="Poppins"/>
                <a:ea typeface="Poppins"/>
                <a:cs typeface="Poppins"/>
              </a:rPr>
              <a:t>Generate documentation from verified behavior</a:t>
            </a:r>
          </a:p>
          <a:p>
            <a:pPr marL="254000" indent="-127000">
              <a:spcAft>
                <a:spcPts val="900"/>
              </a:spcAft>
              <a:buChar char="•"/>
            </a:pPr>
            <a:r>
              <a:rPr sz="2025">
                <a:solidFill>
                  <a:srgbClr val="000000"/>
                </a:solidFill>
                <a:latin typeface="Poppins"/>
                <a:ea typeface="Poppins"/>
                <a:cs typeface="Poppins"/>
              </a:rPr>
              <a:t>Create fictional sample data, never real records</a:t>
            </a:r>
          </a:p>
          <a:p>
            <a:pPr marL="254000" indent="-127000">
              <a:spcAft>
                <a:spcPts val="900"/>
              </a:spcAft>
              <a:buChar char="•"/>
            </a:pPr>
            <a:r>
              <a:rPr sz="2025">
                <a:solidFill>
                  <a:srgbClr val="000000"/>
                </a:solidFill>
                <a:latin typeface="Poppins"/>
                <a:ea typeface="Poppins"/>
                <a:cs typeface="Poppins"/>
              </a:rPr>
              <a:t>Modernize legacy code one bounded step at a time</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02F15020-66A7-620A-7B7A-C05C4312DEAE}" type="slidenum">
              <a:t>18</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2" name="Google Shape;422;p50">
            <a:extLst>
              <a:ext uri="{FF2B5EF4-FFF2-40B4-BE49-F238E27FC236}">
                <a16:creationId xmlns:a16="http://schemas.microsoft.com/office/drawing/2014/main" id="{A4C0EBA2-5668-4D81-A4C5-5638DD2E7D17}"/>
              </a:ext>
            </a:extLst>
          </p:cNvPr>
          <p:cNvSpPr>
            <a:spLocks noGrp="1"/>
          </p:cNvSpPr>
          <p:nvPr>
            <p:ph type="title"/>
          </p:nvPr>
        </p:nvSpPr>
        <p:spPr>
          <a:xfrm>
            <a:off x="506875" y="1878975"/>
            <a:ext cx="8130300" cy="1385700"/>
          </a:xfrm>
          <a:prstGeom prst="rect">
            <a:avLst/>
          </a:prstGeom>
        </p:spPr>
        <p:txBody>
          <a:bodyPr spcFirstLastPara="1" wrap="square" lIns="0" tIns="0" rIns="0" bIns="0" anchor="t">
            <a:noAutofit/>
          </a:bodyPr>
          <a:lstStyle/>
          <a:p>
            <a:pPr>
              <a:spcAft>
                <a:spcPts val="1000"/>
              </a:spcAft>
            </a:pPr>
            <a:r>
              <a:rPr sz="2700">
                <a:solidFill>
                  <a:srgbClr val="FFFFFF"/>
                </a:solidFill>
                <a:latin typeface="Poppins SemiBold"/>
                <a:ea typeface="Poppins SemiBold"/>
                <a:cs typeface="Poppins SemiBold"/>
              </a:rPr>
              <a:t>Segment 3</a:t>
            </a:r>
          </a:p>
          <a:p>
            <a:r>
              <a:rPr sz="1800">
                <a:solidFill>
                  <a:srgbClr val="FFFFFF"/>
                </a:solidFill>
                <a:latin typeface="Poppins"/>
                <a:ea typeface="Poppins"/>
                <a:cs typeface="Poppins"/>
              </a:rPr>
              <a:t>Data, agents, MCP, and context</a:t>
            </a:r>
          </a:p>
        </p:txBody>
      </p:sp>
    </p:spTree>
    <p:extLst>
      <p:ext uri="{BB962C8B-B14F-4D97-AF65-F5344CB8AC3E}">
        <p14:creationId xmlns:p14="http://schemas.microsoft.com/office/powerpoint/2010/main" val="14066836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Follow the context</a:t>
            </a:r>
          </a:p>
          <a:p>
            <a:endParaRPr sz="2100">
              <a:solidFill>
                <a:srgbClr val="000000"/>
              </a:solidFill>
              <a:latin typeface="Poppins SemiBold"/>
              <a:ea typeface="Poppins SemiBold"/>
              <a:cs typeface="Poppins SemiBold"/>
            </a:endParaRP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EA83FA91-883A-0168-8075-96CEB9DCA3C2}" type="slidenum">
              <a:t>20</a:t>
            </a:fld>
            <a:endParaRPr/>
          </a:p>
        </p:txBody>
      </p:sp>
      <p:sp>
        <p:nvSpPr>
          <p:cNvPr id="240" name="Rectangle 239"/>
          <p:cNvSpPr/>
          <p:nvPr/>
        </p:nvSpPr>
        <p:spPr>
          <a:xfrm>
            <a:off x="502920" y="2157984"/>
            <a:ext cx="1474012" cy="512064"/>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a:solidFill>
                  <a:srgbClr val="1A1A1A"/>
                </a:solidFill>
                <a:latin typeface="Poppins"/>
              </a:rPr>
              <a:t>Your request
+ open files</a:t>
            </a:r>
          </a:p>
        </p:txBody>
      </p:sp>
      <p:sp>
        <p:nvSpPr>
          <p:cNvPr id="241" name="Rectangle 240"/>
          <p:cNvSpPr/>
          <p:nvPr/>
        </p:nvSpPr>
        <p:spPr>
          <a:xfrm>
            <a:off x="2191816" y="2157984"/>
            <a:ext cx="1474012" cy="512064"/>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0">
                <a:solidFill>
                  <a:srgbClr val="1A1A1A"/>
                </a:solidFill>
                <a:latin typeface="Poppins"/>
              </a:rPr>
              <a:t>Prompt built</a:t>
            </a:r>
          </a:p>
        </p:txBody>
      </p:sp>
      <p:sp>
        <p:nvSpPr>
          <p:cNvPr id="242" name="Rectangle 241"/>
          <p:cNvSpPr/>
          <p:nvPr/>
        </p:nvSpPr>
        <p:spPr>
          <a:xfrm>
            <a:off x="3880713" y="2157984"/>
            <a:ext cx="1474012" cy="512064"/>
          </a:xfrm>
          <a:prstGeom prst="rect">
            <a:avLst/>
          </a:prstGeom>
          <a:solidFill>
            <a:srgbClr val="1A1A1A"/>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a:solidFill>
                  <a:srgbClr val="FFFFFF"/>
                </a:solidFill>
                <a:latin typeface="Poppins"/>
              </a:rPr>
              <a:t>Proxy filter</a:t>
            </a:r>
          </a:p>
        </p:txBody>
      </p:sp>
      <p:sp>
        <p:nvSpPr>
          <p:cNvPr id="243" name="Rectangle 242"/>
          <p:cNvSpPr/>
          <p:nvPr/>
        </p:nvSpPr>
        <p:spPr>
          <a:xfrm>
            <a:off x="5569610" y="2157984"/>
            <a:ext cx="1474012" cy="512064"/>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0">
                <a:solidFill>
                  <a:srgbClr val="1A1A1A"/>
                </a:solidFill>
                <a:latin typeface="Poppins"/>
              </a:rPr>
              <a:t>Toxicity filter</a:t>
            </a:r>
          </a:p>
        </p:txBody>
      </p:sp>
      <p:sp>
        <p:nvSpPr>
          <p:cNvPr id="244" name="Rectangle 243"/>
          <p:cNvSpPr/>
          <p:nvPr/>
        </p:nvSpPr>
        <p:spPr>
          <a:xfrm>
            <a:off x="7258507" y="2157984"/>
            <a:ext cx="1474012" cy="512064"/>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0">
                <a:solidFill>
                  <a:srgbClr val="1A1A1A"/>
                </a:solidFill>
                <a:latin typeface="Poppins"/>
              </a:rPr>
              <a:t>Model</a:t>
            </a:r>
          </a:p>
        </p:txBody>
      </p:sp>
      <p:cxnSp>
        <p:nvCxnSpPr>
          <p:cNvPr id="245" name="Connector 244"/>
          <p:cNvCxnSpPr/>
          <p:nvPr/>
        </p:nvCxnSpPr>
        <p:spPr>
          <a:xfrm>
            <a:off x="1976932" y="2414015"/>
            <a:ext cx="214884"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3665829" y="2414015"/>
            <a:ext cx="214884"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354726" y="2414015"/>
            <a:ext cx="214884"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7043623" y="2414015"/>
            <a:ext cx="214884"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7995513" y="2670048"/>
            <a:ext cx="0" cy="676656"/>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0" name="TextBox 249"/>
          <p:cNvSpPr txBox="1"/>
          <p:nvPr/>
        </p:nvSpPr>
        <p:spPr>
          <a:xfrm>
            <a:off x="8050377" y="2798064"/>
            <a:ext cx="1097280" cy="182880"/>
          </a:xfrm>
          <a:prstGeom prst="rect">
            <a:avLst/>
          </a:prstGeom>
          <a:noFill/>
        </p:spPr>
        <p:txBody>
          <a:bodyPr wrap="square" lIns="0" tIns="0" rIns="0" bIns="0">
            <a:spAutoFit/>
          </a:bodyPr>
          <a:lstStyle/>
          <a:p>
            <a:pPr algn="l"/>
            <a:r>
              <a:rPr sz="900" b="0" i="0">
                <a:solidFill>
                  <a:srgbClr val="666666"/>
                </a:solidFill>
                <a:latin typeface="Poppins"/>
              </a:rPr>
              <a:t>response</a:t>
            </a:r>
          </a:p>
        </p:txBody>
      </p:sp>
      <p:sp>
        <p:nvSpPr>
          <p:cNvPr id="251" name="Rounded Rectangle 250"/>
          <p:cNvSpPr/>
          <p:nvPr/>
        </p:nvSpPr>
        <p:spPr>
          <a:xfrm>
            <a:off x="2191816" y="3346704"/>
            <a:ext cx="1474012" cy="512064"/>
          </a:xfrm>
          <a:prstGeom prst="roundRect">
            <a:avLst/>
          </a:prstGeom>
          <a:solidFill>
            <a:srgbClr val="FFFFFF"/>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a:solidFill>
                  <a:srgbClr val="1A1A1A"/>
                </a:solidFill>
                <a:latin typeface="Poppins"/>
              </a:rPr>
              <a:t>You review</a:t>
            </a:r>
          </a:p>
        </p:txBody>
      </p:sp>
      <p:sp>
        <p:nvSpPr>
          <p:cNvPr id="252" name="Rectangle 251"/>
          <p:cNvSpPr/>
          <p:nvPr/>
        </p:nvSpPr>
        <p:spPr>
          <a:xfrm>
            <a:off x="3880713" y="3346704"/>
            <a:ext cx="1474012" cy="512064"/>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0">
                <a:solidFill>
                  <a:srgbClr val="1A1A1A"/>
                </a:solidFill>
                <a:latin typeface="Poppins"/>
              </a:rPr>
              <a:t>Suggestion shown</a:t>
            </a:r>
          </a:p>
        </p:txBody>
      </p:sp>
      <p:sp>
        <p:nvSpPr>
          <p:cNvPr id="253" name="Rectangle 252"/>
          <p:cNvSpPr/>
          <p:nvPr/>
        </p:nvSpPr>
        <p:spPr>
          <a:xfrm>
            <a:off x="5569610" y="3346704"/>
            <a:ext cx="1474012" cy="512064"/>
          </a:xfrm>
          <a:prstGeom prst="rect">
            <a:avLst/>
          </a:prstGeom>
          <a:solidFill>
            <a:srgbClr val="1A1A1A"/>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a:solidFill>
                  <a:srgbClr val="FFFFFF"/>
                </a:solidFill>
                <a:latin typeface="Poppins"/>
              </a:rPr>
              <a:t>Post-processing</a:t>
            </a:r>
          </a:p>
        </p:txBody>
      </p:sp>
      <p:sp>
        <p:nvSpPr>
          <p:cNvPr id="254" name="Rectangle 253"/>
          <p:cNvSpPr/>
          <p:nvPr/>
        </p:nvSpPr>
        <p:spPr>
          <a:xfrm>
            <a:off x="7258507" y="3346704"/>
            <a:ext cx="1474012" cy="512064"/>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0">
                <a:solidFill>
                  <a:srgbClr val="1A1A1A"/>
                </a:solidFill>
                <a:latin typeface="Poppins"/>
              </a:rPr>
              <a:t>Toxicity filter</a:t>
            </a:r>
          </a:p>
        </p:txBody>
      </p:sp>
      <p:cxnSp>
        <p:nvCxnSpPr>
          <p:cNvPr id="255" name="Connector 254"/>
          <p:cNvCxnSpPr/>
          <p:nvPr/>
        </p:nvCxnSpPr>
        <p:spPr>
          <a:xfrm flipH="1">
            <a:off x="7043623" y="3602736"/>
            <a:ext cx="214884"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H="1">
            <a:off x="5354726" y="3602736"/>
            <a:ext cx="214884"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H="1">
            <a:off x="3665829" y="3602736"/>
            <a:ext cx="214884"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8" name="TextBox 257"/>
          <p:cNvSpPr txBox="1"/>
          <p:nvPr/>
        </p:nvSpPr>
        <p:spPr>
          <a:xfrm>
            <a:off x="502920" y="1920239"/>
            <a:ext cx="2743200" cy="201168"/>
          </a:xfrm>
          <a:prstGeom prst="rect">
            <a:avLst/>
          </a:prstGeom>
          <a:noFill/>
        </p:spPr>
        <p:txBody>
          <a:bodyPr wrap="square" lIns="0" tIns="0" rIns="0" bIns="0">
            <a:spAutoFit/>
          </a:bodyPr>
          <a:lstStyle/>
          <a:p>
            <a:pPr algn="l"/>
            <a:r>
              <a:rPr sz="900" b="1" i="0">
                <a:solidFill>
                  <a:srgbClr val="666666"/>
                </a:solidFill>
                <a:latin typeface="Poppins"/>
              </a:rPr>
              <a:t>Inbound</a:t>
            </a:r>
          </a:p>
        </p:txBody>
      </p:sp>
      <p:sp>
        <p:nvSpPr>
          <p:cNvPr id="259" name="TextBox 258"/>
          <p:cNvSpPr txBox="1"/>
          <p:nvPr/>
        </p:nvSpPr>
        <p:spPr>
          <a:xfrm>
            <a:off x="502920" y="3108960"/>
            <a:ext cx="2743200" cy="201168"/>
          </a:xfrm>
          <a:prstGeom prst="rect">
            <a:avLst/>
          </a:prstGeom>
          <a:noFill/>
        </p:spPr>
        <p:txBody>
          <a:bodyPr wrap="square" lIns="0" tIns="0" rIns="0" bIns="0">
            <a:spAutoFit/>
          </a:bodyPr>
          <a:lstStyle/>
          <a:p>
            <a:pPr algn="l"/>
            <a:r>
              <a:rPr sz="900" b="1" i="0">
                <a:solidFill>
                  <a:srgbClr val="666666"/>
                </a:solidFill>
                <a:latin typeface="Poppins"/>
              </a:rPr>
              <a:t>Outbound</a:t>
            </a:r>
          </a:p>
        </p:txBody>
      </p:sp>
      <p:sp>
        <p:nvSpPr>
          <p:cNvPr id="260" name="TextBox 259"/>
          <p:cNvSpPr txBox="1"/>
          <p:nvPr/>
        </p:nvSpPr>
        <p:spPr>
          <a:xfrm>
            <a:off x="5478170" y="3886200"/>
            <a:ext cx="1839772" cy="201168"/>
          </a:xfrm>
          <a:prstGeom prst="rect">
            <a:avLst/>
          </a:prstGeom>
          <a:noFill/>
        </p:spPr>
        <p:txBody>
          <a:bodyPr wrap="square" lIns="0" tIns="0" rIns="0" bIns="0">
            <a:spAutoFit/>
          </a:bodyPr>
          <a:lstStyle/>
          <a:p>
            <a:pPr algn="l"/>
            <a:r>
              <a:rPr sz="850" b="0" i="0">
                <a:solidFill>
                  <a:srgbClr val="666666"/>
                </a:solidFill>
                <a:latin typeface="Poppins"/>
              </a:rPr>
              <a:t>code quality + public code match</a:t>
            </a:r>
          </a:p>
        </p:txBody>
      </p:sp>
      <p:sp>
        <p:nvSpPr>
          <p:cNvPr id="261" name="TextBox 260"/>
          <p:cNvSpPr txBox="1"/>
          <p:nvPr/>
        </p:nvSpPr>
        <p:spPr>
          <a:xfrm>
            <a:off x="502920" y="4224528"/>
            <a:ext cx="8229600" cy="274320"/>
          </a:xfrm>
          <a:prstGeom prst="rect">
            <a:avLst/>
          </a:prstGeom>
          <a:noFill/>
        </p:spPr>
        <p:txBody>
          <a:bodyPr wrap="square" lIns="0" tIns="0" rIns="0" bIns="0">
            <a:spAutoFit/>
          </a:bodyPr>
          <a:lstStyle/>
          <a:p>
            <a:pPr algn="l"/>
            <a:r>
              <a:rPr sz="1050" b="0" i="1">
                <a:solidFill>
                  <a:srgbClr val="666666"/>
                </a:solidFill>
                <a:latin typeface="Poppins"/>
              </a:rPr>
              <a:t>Filtering runs twice, before the model and after it. You are the last gate.</a:t>
            </a:r>
          </a:p>
        </p:txBody>
      </p:sp>
    </p:spTree>
    <p:extLst>
      <p:ext uri="{BB962C8B-B14F-4D97-AF65-F5344CB8AC3E}">
        <p14:creationId xmlns:p14="http://schemas.microsoft.com/office/powerpoint/2010/main" val="5275132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Better context narrows the task</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Goal: improve WoodGrove's tip search</a:t>
            </a:r>
          </a:p>
          <a:p>
            <a:pPr marL="254000" indent="-127000">
              <a:spcAft>
                <a:spcPts val="900"/>
              </a:spcAft>
              <a:buChar char="•"/>
            </a:pPr>
            <a:r>
              <a:rPr sz="2025">
                <a:solidFill>
                  <a:srgbClr val="000000"/>
                </a:solidFill>
                <a:latin typeface="Poppins"/>
                <a:ea typeface="Poppins"/>
                <a:cs typeface="Poppins"/>
              </a:rPr>
              <a:t>Context: app.js and tips.json</a:t>
            </a:r>
          </a:p>
          <a:p>
            <a:pPr marL="254000" indent="-127000">
              <a:spcAft>
                <a:spcPts val="900"/>
              </a:spcAft>
              <a:buChar char="•"/>
            </a:pPr>
            <a:r>
              <a:rPr sz="2025">
                <a:solidFill>
                  <a:srgbClr val="000000"/>
                </a:solidFill>
                <a:latin typeface="Poppins"/>
                <a:ea typeface="Poppins"/>
                <a:cs typeface="Poppins"/>
              </a:rPr>
              <a:t>Constraint: preserve menu and schema</a:t>
            </a:r>
          </a:p>
          <a:p>
            <a:pPr marL="254000" indent="-127000">
              <a:spcAft>
                <a:spcPts val="900"/>
              </a:spcAft>
              <a:buChar char="•"/>
            </a:pPr>
            <a:r>
              <a:rPr sz="2025">
                <a:solidFill>
                  <a:srgbClr val="000000"/>
                </a:solidFill>
                <a:latin typeface="Poppins"/>
                <a:ea typeface="Poppins"/>
                <a:cs typeface="Poppins"/>
              </a:rPr>
              <a:t>Evidence: focused diff and behavior checks</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DC9C7607-4BA3-B4DC-A00F-2E67A9FCFF7E}" type="slidenum">
              <a:t>21</a:t>
            </a:fld>
            <a:endParaRPr/>
          </a:p>
        </p:txBody>
      </p:sp>
    </p:spTree>
    <p:extLst>
      <p:ext uri="{BB962C8B-B14F-4D97-AF65-F5344CB8AC3E}">
        <p14:creationId xmlns:p14="http://schemas.microsoft.com/office/powerpoint/2010/main" val="5275132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Plan, act, verify</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Plan: scope, dependencies, acceptance checks</a:t>
            </a:r>
          </a:p>
          <a:p>
            <a:pPr marL="254000" indent="-127000">
              <a:spcAft>
                <a:spcPts val="900"/>
              </a:spcAft>
              <a:buChar char="•"/>
            </a:pPr>
            <a:r>
              <a:rPr sz="2025">
                <a:solidFill>
                  <a:srgbClr val="000000"/>
                </a:solidFill>
                <a:latin typeface="Poppins"/>
                <a:ea typeface="Poppins"/>
                <a:cs typeface="Poppins"/>
              </a:rPr>
              <a:t>Act: bounded edits and permitted tools</a:t>
            </a:r>
          </a:p>
          <a:p>
            <a:pPr marL="254000" indent="-127000">
              <a:spcAft>
                <a:spcPts val="900"/>
              </a:spcAft>
              <a:buChar char="•"/>
            </a:pPr>
            <a:r>
              <a:rPr sz="2025">
                <a:solidFill>
                  <a:srgbClr val="000000"/>
                </a:solidFill>
                <a:latin typeface="Poppins"/>
                <a:ea typeface="Poppins"/>
                <a:cs typeface="Poppins"/>
              </a:rPr>
              <a:t>Verify: tests, diff, unresolved assumptions</a:t>
            </a:r>
          </a:p>
          <a:p>
            <a:pPr marL="254000" indent="-127000">
              <a:spcAft>
                <a:spcPts val="900"/>
              </a:spcAft>
              <a:buChar char="•"/>
            </a:pPr>
            <a:r>
              <a:rPr sz="2025">
                <a:solidFill>
                  <a:srgbClr val="000000"/>
                </a:solidFill>
                <a:latin typeface="Poppins"/>
                <a:ea typeface="Poppins"/>
                <a:cs typeface="Poppins"/>
              </a:rPr>
              <a:t>Review: a person owns the release decision</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90F7333B-44AC-F7E9-D49D-FE92F45E0477}" type="slidenum">
              <a:t>22</a:t>
            </a:fld>
            <a:endParaRPr/>
          </a:p>
        </p:txBody>
      </p:sp>
    </p:spTree>
    <p:extLst>
      <p:ext uri="{BB962C8B-B14F-4D97-AF65-F5344CB8AC3E}">
        <p14:creationId xmlns:p14="http://schemas.microsoft.com/office/powerpoint/2010/main" val="5275132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A session is a unit of work</a:t>
            </a:r>
          </a:p>
          <a:p>
            <a:endParaRPr sz="2100">
              <a:solidFill>
                <a:srgbClr val="000000"/>
              </a:solidFill>
              <a:latin typeface="Poppins SemiBold"/>
              <a:ea typeface="Poppins SemiBold"/>
              <a:cs typeface="Poppins SemiBold"/>
            </a:endParaRP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B1C6C81E-38B9-7560-621D-5A151A79DF9B}" type="slidenum">
              <a:t>23</a:t>
            </a:fld>
            <a:endParaRPr/>
          </a:p>
        </p:txBody>
      </p:sp>
      <p:sp>
        <p:nvSpPr>
          <p:cNvPr id="240" name="Rounded Rectangle 239"/>
          <p:cNvSpPr/>
          <p:nvPr/>
        </p:nvSpPr>
        <p:spPr>
          <a:xfrm>
            <a:off x="502920" y="2359152"/>
            <a:ext cx="2514600" cy="804672"/>
          </a:xfrm>
          <a:prstGeom prst="roundRect">
            <a:avLst/>
          </a:prstGeom>
          <a:solidFill>
            <a:srgbClr val="FFFFFF"/>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a:solidFill>
                  <a:srgbClr val="1A1A1A"/>
                </a:solidFill>
                <a:latin typeface="Poppins"/>
              </a:rPr>
              <a:t>Session
your history + context</a:t>
            </a:r>
          </a:p>
        </p:txBody>
      </p:sp>
      <p:sp>
        <p:nvSpPr>
          <p:cNvPr id="241" name="Rectangle 240"/>
          <p:cNvSpPr/>
          <p:nvPr/>
        </p:nvSpPr>
        <p:spPr>
          <a:xfrm>
            <a:off x="5074920" y="2359152"/>
            <a:ext cx="2377440" cy="804672"/>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0">
                <a:solidFill>
                  <a:srgbClr val="1A1A1A"/>
                </a:solidFill>
                <a:latin typeface="Poppins"/>
              </a:rPr>
              <a:t>Subagent</a:t>
            </a:r>
          </a:p>
        </p:txBody>
      </p:sp>
      <p:sp>
        <p:nvSpPr>
          <p:cNvPr id="242" name="Rectangle 241"/>
          <p:cNvSpPr/>
          <p:nvPr/>
        </p:nvSpPr>
        <p:spPr>
          <a:xfrm>
            <a:off x="502920" y="3858768"/>
            <a:ext cx="2514600" cy="676656"/>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0">
                <a:solidFill>
                  <a:srgbClr val="1A1A1A"/>
                </a:solidFill>
                <a:latin typeface="Poppins"/>
              </a:rPr>
              <a:t>Continuation session</a:t>
            </a:r>
          </a:p>
        </p:txBody>
      </p:sp>
      <p:cxnSp>
        <p:nvCxnSpPr>
          <p:cNvPr id="243" name="Connector 242"/>
          <p:cNvCxnSpPr/>
          <p:nvPr/>
        </p:nvCxnSpPr>
        <p:spPr>
          <a:xfrm>
            <a:off x="3017520" y="2578608"/>
            <a:ext cx="2057400"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4" name="TextBox 243"/>
          <p:cNvSpPr txBox="1"/>
          <p:nvPr/>
        </p:nvSpPr>
        <p:spPr>
          <a:xfrm>
            <a:off x="3127248" y="2340864"/>
            <a:ext cx="1874519" cy="201168"/>
          </a:xfrm>
          <a:prstGeom prst="rect">
            <a:avLst/>
          </a:prstGeom>
          <a:noFill/>
        </p:spPr>
        <p:txBody>
          <a:bodyPr wrap="square" lIns="0" tIns="0" rIns="0" bIns="0">
            <a:spAutoFit/>
          </a:bodyPr>
          <a:lstStyle/>
          <a:p>
            <a:pPr algn="ctr"/>
            <a:r>
              <a:rPr sz="900" b="0" i="0">
                <a:solidFill>
                  <a:srgbClr val="666666"/>
                </a:solidFill>
                <a:latin typeface="Poppins"/>
              </a:rPr>
              <a:t>delegates a task</a:t>
            </a:r>
          </a:p>
        </p:txBody>
      </p:sp>
      <p:cxnSp>
        <p:nvCxnSpPr>
          <p:cNvPr id="245" name="Connector 244"/>
          <p:cNvCxnSpPr/>
          <p:nvPr/>
        </p:nvCxnSpPr>
        <p:spPr>
          <a:xfrm flipH="1">
            <a:off x="3017520" y="2944368"/>
            <a:ext cx="2057400"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6" name="TextBox 245"/>
          <p:cNvSpPr txBox="1"/>
          <p:nvPr/>
        </p:nvSpPr>
        <p:spPr>
          <a:xfrm>
            <a:off x="3127248" y="2980944"/>
            <a:ext cx="1874519" cy="201168"/>
          </a:xfrm>
          <a:prstGeom prst="rect">
            <a:avLst/>
          </a:prstGeom>
          <a:noFill/>
        </p:spPr>
        <p:txBody>
          <a:bodyPr wrap="square" lIns="0" tIns="0" rIns="0" bIns="0">
            <a:spAutoFit/>
          </a:bodyPr>
          <a:lstStyle/>
          <a:p>
            <a:pPr algn="ctr"/>
            <a:r>
              <a:rPr sz="900" b="0" i="0">
                <a:solidFill>
                  <a:srgbClr val="666666"/>
                </a:solidFill>
                <a:latin typeface="Poppins"/>
              </a:rPr>
              <a:t>returns a result only</a:t>
            </a:r>
          </a:p>
        </p:txBody>
      </p:sp>
      <p:cxnSp>
        <p:nvCxnSpPr>
          <p:cNvPr id="247" name="Connector 246"/>
          <p:cNvCxnSpPr/>
          <p:nvPr/>
        </p:nvCxnSpPr>
        <p:spPr>
          <a:xfrm>
            <a:off x="1755648" y="3163824"/>
            <a:ext cx="0" cy="694944"/>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8" name="TextBox 247"/>
          <p:cNvSpPr txBox="1"/>
          <p:nvPr/>
        </p:nvSpPr>
        <p:spPr>
          <a:xfrm>
            <a:off x="1865376" y="3364992"/>
            <a:ext cx="1463040" cy="201168"/>
          </a:xfrm>
          <a:prstGeom prst="rect">
            <a:avLst/>
          </a:prstGeom>
          <a:noFill/>
        </p:spPr>
        <p:txBody>
          <a:bodyPr wrap="square" lIns="0" tIns="0" rIns="0" bIns="0">
            <a:spAutoFit/>
          </a:bodyPr>
          <a:lstStyle/>
          <a:p>
            <a:pPr algn="l"/>
            <a:r>
              <a:rPr sz="900" b="0" i="0">
                <a:solidFill>
                  <a:srgbClr val="666666"/>
                </a:solidFill>
                <a:latin typeface="Poppins"/>
              </a:rPr>
              <a:t>hands off</a:t>
            </a:r>
          </a:p>
        </p:txBody>
      </p:sp>
      <p:sp>
        <p:nvSpPr>
          <p:cNvPr id="249" name="TextBox 248"/>
          <p:cNvSpPr txBox="1"/>
          <p:nvPr/>
        </p:nvSpPr>
        <p:spPr>
          <a:xfrm>
            <a:off x="7607808" y="2505456"/>
            <a:ext cx="1463040" cy="512064"/>
          </a:xfrm>
          <a:prstGeom prst="rect">
            <a:avLst/>
          </a:prstGeom>
          <a:noFill/>
        </p:spPr>
        <p:txBody>
          <a:bodyPr wrap="square" lIns="0" tIns="0" rIns="0" bIns="0">
            <a:spAutoFit/>
          </a:bodyPr>
          <a:lstStyle/>
          <a:p>
            <a:pPr algn="l"/>
            <a:r>
              <a:rPr sz="900" b="0" i="0">
                <a:solidFill>
                  <a:srgbClr val="666666"/>
                </a:solidFill>
                <a:latin typeface="Poppins"/>
              </a:rPr>
              <a:t>its context stays
there, not yours</a:t>
            </a:r>
          </a:p>
        </p:txBody>
      </p:sp>
      <p:sp>
        <p:nvSpPr>
          <p:cNvPr id="250" name="TextBox 249"/>
          <p:cNvSpPr txBox="1"/>
          <p:nvPr/>
        </p:nvSpPr>
        <p:spPr>
          <a:xfrm>
            <a:off x="3246120" y="4023360"/>
            <a:ext cx="2377440" cy="512064"/>
          </a:xfrm>
          <a:prstGeom prst="rect">
            <a:avLst/>
          </a:prstGeom>
          <a:noFill/>
        </p:spPr>
        <p:txBody>
          <a:bodyPr wrap="square" lIns="0" tIns="0" rIns="0" bIns="0">
            <a:spAutoFit/>
          </a:bodyPr>
          <a:lstStyle/>
          <a:p>
            <a:pPr algn="l"/>
            <a:r>
              <a:rPr sz="900" b="0" i="0">
                <a:solidFill>
                  <a:srgbClr val="666666"/>
                </a:solidFill>
                <a:latin typeface="Poppins"/>
              </a:rPr>
              <a:t>you open it to see
what changed</a:t>
            </a:r>
          </a:p>
        </p:txBody>
      </p:sp>
      <p:sp>
        <p:nvSpPr>
          <p:cNvPr id="251" name="TextBox 250"/>
          <p:cNvSpPr txBox="1"/>
          <p:nvPr/>
        </p:nvSpPr>
        <p:spPr>
          <a:xfrm>
            <a:off x="502920" y="4626864"/>
            <a:ext cx="8229600" cy="274320"/>
          </a:xfrm>
          <a:prstGeom prst="rect">
            <a:avLst/>
          </a:prstGeom>
          <a:noFill/>
        </p:spPr>
        <p:txBody>
          <a:bodyPr wrap="square" lIns="0" tIns="0" rIns="0" bIns="0">
            <a:spAutoFit/>
          </a:bodyPr>
          <a:lstStyle/>
          <a:p>
            <a:pPr algn="l"/>
            <a:r>
              <a:rPr sz="1050" b="0" i="1">
                <a:solidFill>
                  <a:srgbClr val="666666"/>
                </a:solidFill>
                <a:latin typeface="Poppins"/>
              </a:rPr>
              <a:t>A subagent reports back. A handoff leaves. One checkout, so both can touch a file.</a:t>
            </a:r>
          </a:p>
        </p:txBody>
      </p:sp>
    </p:spTree>
    <p:extLst>
      <p:ext uri="{BB962C8B-B14F-4D97-AF65-F5344CB8AC3E}">
        <p14:creationId xmlns:p14="http://schemas.microsoft.com/office/powerpoint/2010/main" val="5275132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MCP adds a source or tool</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Inspect the server and its permissions</a:t>
            </a:r>
          </a:p>
          <a:p>
            <a:pPr marL="254000" indent="-127000">
              <a:spcAft>
                <a:spcPts val="900"/>
              </a:spcAft>
              <a:buChar char="•"/>
            </a:pPr>
            <a:r>
              <a:rPr sz="2025">
                <a:solidFill>
                  <a:srgbClr val="000000"/>
                </a:solidFill>
                <a:latin typeface="Poppins"/>
                <a:ea typeface="Poppins"/>
                <a:cs typeface="Poppins"/>
              </a:rPr>
              <a:t>Retrieve a current primary source</a:t>
            </a:r>
          </a:p>
          <a:p>
            <a:pPr marL="254000" indent="-127000">
              <a:spcAft>
                <a:spcPts val="900"/>
              </a:spcAft>
              <a:buChar char="•"/>
            </a:pPr>
            <a:r>
              <a:rPr sz="2025">
                <a:solidFill>
                  <a:srgbClr val="000000"/>
                </a:solidFill>
                <a:latin typeface="Poppins"/>
                <a:ea typeface="Poppins"/>
                <a:cs typeface="Poppins"/>
              </a:rPr>
              <a:t>Use the evidence for one bounded decision</a:t>
            </a:r>
          </a:p>
          <a:p>
            <a:pPr marL="254000" indent="-127000">
              <a:spcAft>
                <a:spcPts val="900"/>
              </a:spcAft>
              <a:buChar char="•"/>
            </a:pPr>
            <a:r>
              <a:rPr sz="2025">
                <a:solidFill>
                  <a:srgbClr val="000000"/>
                </a:solidFill>
                <a:latin typeface="Poppins"/>
                <a:ea typeface="Poppins"/>
                <a:cs typeface="Poppins"/>
              </a:rPr>
              <a:t>Verify the result and its limitations</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CCF91274-D221-1BB4-3BF9-836E3AD31EBE}" type="slidenum">
              <a:t>24</a:t>
            </a:fld>
            <a:endParaRPr/>
          </a:p>
        </p:txBody>
      </p:sp>
    </p:spTree>
    <p:extLst>
      <p:ext uri="{BB962C8B-B14F-4D97-AF65-F5344CB8AC3E}">
        <p14:creationId xmlns:p14="http://schemas.microsoft.com/office/powerpoint/2010/main" val="5275132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2" name="Google Shape;422;p50">
            <a:extLst>
              <a:ext uri="{FF2B5EF4-FFF2-40B4-BE49-F238E27FC236}">
                <a16:creationId xmlns:a16="http://schemas.microsoft.com/office/drawing/2014/main" id="{A4C0EBA2-5668-4D81-A4C5-5638DD2E7D17}"/>
              </a:ext>
            </a:extLst>
          </p:cNvPr>
          <p:cNvSpPr>
            <a:spLocks noGrp="1"/>
          </p:cNvSpPr>
          <p:nvPr>
            <p:ph type="title"/>
          </p:nvPr>
        </p:nvSpPr>
        <p:spPr>
          <a:xfrm>
            <a:off x="506875" y="1878975"/>
            <a:ext cx="8130300" cy="1385700"/>
          </a:xfrm>
          <a:prstGeom prst="rect">
            <a:avLst/>
          </a:prstGeom>
        </p:spPr>
        <p:txBody>
          <a:bodyPr spcFirstLastPara="1" wrap="square" lIns="0" tIns="0" rIns="0" bIns="0" anchor="t">
            <a:noAutofit/>
          </a:bodyPr>
          <a:lstStyle/>
          <a:p>
            <a:pPr>
              <a:spcAft>
                <a:spcPts val="1000"/>
              </a:spcAft>
            </a:pPr>
            <a:r>
              <a:rPr sz="2700">
                <a:solidFill>
                  <a:srgbClr val="FFFFFF"/>
                </a:solidFill>
                <a:latin typeface="Poppins SemiBold"/>
                <a:ea typeface="Poppins SemiBold"/>
                <a:cs typeface="Poppins SemiBold"/>
              </a:rPr>
              <a:t>Segment 4</a:t>
            </a:r>
          </a:p>
          <a:p>
            <a:r>
              <a:rPr sz="1800">
                <a:solidFill>
                  <a:srgbClr val="FFFFFF"/>
                </a:solidFill>
                <a:latin typeface="Poppins"/>
                <a:ea typeface="Poppins"/>
                <a:cs typeface="Poppins"/>
              </a:rPr>
              <a:t>Privacy, governance, productivity, and exam practice</a:t>
            </a:r>
          </a:p>
        </p:txBody>
      </p:sp>
    </p:spTree>
    <p:extLst>
      <p:ext uri="{BB962C8B-B14F-4D97-AF65-F5344CB8AC3E}">
        <p14:creationId xmlns:p14="http://schemas.microsoft.com/office/powerpoint/2010/main" val="14066836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Tests should challenge the proposal</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Start with the actual requirement</a:t>
            </a:r>
          </a:p>
          <a:p>
            <a:pPr marL="254000" indent="-127000">
              <a:spcAft>
                <a:spcPts val="900"/>
              </a:spcAft>
              <a:buChar char="•"/>
            </a:pPr>
            <a:r>
              <a:rPr sz="2025">
                <a:solidFill>
                  <a:srgbClr val="000000"/>
                </a:solidFill>
                <a:latin typeface="Poppins"/>
                <a:ea typeface="Poppins"/>
                <a:cs typeface="Poppins"/>
              </a:rPr>
              <a:t>Cover meaningful failure and boundary cases</a:t>
            </a:r>
          </a:p>
          <a:p>
            <a:pPr marL="254000" indent="-127000">
              <a:spcAft>
                <a:spcPts val="900"/>
              </a:spcAft>
              <a:buChar char="•"/>
            </a:pPr>
            <a:r>
              <a:rPr sz="2025">
                <a:solidFill>
                  <a:srgbClr val="000000"/>
                </a:solidFill>
                <a:latin typeface="Poppins"/>
                <a:ea typeface="Poppins"/>
                <a:cs typeface="Poppins"/>
              </a:rPr>
              <a:t>Inspect assertions, not just passing status</a:t>
            </a:r>
          </a:p>
          <a:p>
            <a:pPr marL="254000" indent="-127000">
              <a:spcAft>
                <a:spcPts val="900"/>
              </a:spcAft>
              <a:buChar char="•"/>
            </a:pPr>
            <a:r>
              <a:rPr sz="2025">
                <a:solidFill>
                  <a:srgbClr val="000000"/>
                </a:solidFill>
                <a:latin typeface="Poppins"/>
                <a:ea typeface="Poppins"/>
                <a:cs typeface="Poppins"/>
              </a:rPr>
              <a:t>Review what the tests cannot establish</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F6DF2BE2-2DFA-1C03-677D-BDC2260D6D92}" type="slidenum">
              <a:t>26</a:t>
            </a:fld>
            <a:endParaRPr/>
          </a:p>
        </p:txBody>
      </p:sp>
    </p:spTree>
    <p:extLst>
      <p:ext uri="{BB962C8B-B14F-4D97-AF65-F5344CB8AC3E}">
        <p14:creationId xmlns:p14="http://schemas.microsoft.com/office/powerpoint/2010/main" val="5275132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Match the safeguard to the risk</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Sensitive context: supported exclusions</a:t>
            </a:r>
          </a:p>
          <a:p>
            <a:pPr marL="254000" indent="-127000">
              <a:spcAft>
                <a:spcPts val="900"/>
              </a:spcAft>
              <a:buChar char="•"/>
            </a:pPr>
            <a:r>
              <a:rPr sz="2025">
                <a:solidFill>
                  <a:srgbClr val="000000"/>
                </a:solidFill>
                <a:latin typeface="Poppins"/>
                <a:ea typeface="Poppins"/>
                <a:cs typeface="Poppins"/>
              </a:rPr>
              <a:t>Matching public code: the matching setting</a:t>
            </a:r>
          </a:p>
          <a:p>
            <a:pPr marL="254000" indent="-127000">
              <a:spcAft>
                <a:spcPts val="900"/>
              </a:spcAft>
              <a:buChar char="•"/>
            </a:pPr>
            <a:r>
              <a:rPr sz="2025">
                <a:solidFill>
                  <a:srgbClr val="000000"/>
                </a:solidFill>
                <a:latin typeface="Poppins"/>
                <a:ea typeface="Poppins"/>
                <a:cs typeface="Poppins"/>
              </a:rPr>
              <a:t>Execution: trust, approvals, supported policy</a:t>
            </a:r>
          </a:p>
          <a:p>
            <a:pPr marL="254000" indent="-127000">
              <a:spcAft>
                <a:spcPts val="900"/>
              </a:spcAft>
              <a:buChar char="•"/>
            </a:pPr>
            <a:r>
              <a:rPr sz="2025">
                <a:solidFill>
                  <a:srgbClr val="000000"/>
                </a:solidFill>
                <a:latin typeface="Poppins"/>
                <a:ea typeface="Poppins"/>
                <a:cs typeface="Poppins"/>
              </a:rPr>
              <a:t>Faulty behavior: tests and human review</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0BB18BA8-60F4-C50D-CD9B-1BB87D3E8506}" type="slidenum">
              <a:t>27</a:t>
            </a:fld>
            <a:endParaRPr/>
          </a:p>
        </p:txBody>
      </p:sp>
    </p:spTree>
    <p:extLst>
      <p:ext uri="{BB962C8B-B14F-4D97-AF65-F5344CB8AC3E}">
        <p14:creationId xmlns:p14="http://schemas.microsoft.com/office/powerpoint/2010/main" val="5275132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Ownership follows responsibility</a:t>
            </a:r>
          </a:p>
          <a:p>
            <a:r>
              <a:rPr sz="1350">
                <a:solidFill>
                  <a:srgbClr val="666666"/>
                </a:solidFill>
                <a:latin typeface="Poppins"/>
                <a:ea typeface="Poppins"/>
                <a:cs typeface="Poppins"/>
              </a:rPr>
              <a:t>What GitHub claims, and what stays with you</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30394428-F1DC-E5F6-DB0C-7DE31F3D8A23}" type="slidenum">
              <a:t>28</a:t>
            </a:fld>
            <a:endParaRPr/>
          </a:p>
        </p:txBody>
      </p:sp>
      <p:sp>
        <p:nvSpPr>
          <p:cNvPr id="240" name="Rectangle 239"/>
          <p:cNvSpPr/>
          <p:nvPr/>
        </p:nvSpPr>
        <p:spPr>
          <a:xfrm>
            <a:off x="502920" y="1956816"/>
            <a:ext cx="3931920" cy="841248"/>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0">
                <a:solidFill>
                  <a:srgbClr val="1A1A1A"/>
                </a:solidFill>
                <a:latin typeface="Poppins"/>
              </a:rPr>
              <a:t>GitHub does not own
your inputs or the outputs</a:t>
            </a:r>
          </a:p>
        </p:txBody>
      </p:sp>
      <p:sp>
        <p:nvSpPr>
          <p:cNvPr id="241" name="Rounded Rectangle 240"/>
          <p:cNvSpPr/>
          <p:nvPr/>
        </p:nvSpPr>
        <p:spPr>
          <a:xfrm>
            <a:off x="4800600" y="1956816"/>
            <a:ext cx="3931920" cy="841248"/>
          </a:xfrm>
          <a:prstGeom prst="roundRect">
            <a:avLst/>
          </a:prstGeom>
          <a:solidFill>
            <a:srgbClr val="FFFFFF"/>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a:solidFill>
                  <a:srgbClr val="1A1A1A"/>
                </a:solidFill>
                <a:latin typeface="Poppins"/>
              </a:rPr>
              <a:t>You keep the review,
the testing, the merge</a:t>
            </a:r>
          </a:p>
        </p:txBody>
      </p:sp>
      <p:sp>
        <p:nvSpPr>
          <p:cNvPr id="242" name="Rectangle 241"/>
          <p:cNvSpPr/>
          <p:nvPr/>
        </p:nvSpPr>
        <p:spPr>
          <a:xfrm>
            <a:off x="502920" y="3163824"/>
            <a:ext cx="2788920" cy="493776"/>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a:solidFill>
                  <a:srgbClr val="1A1A1A"/>
                </a:solidFill>
                <a:latin typeface="Poppins"/>
              </a:rPr>
              <a:t>Business or Enterprise</a:t>
            </a:r>
          </a:p>
        </p:txBody>
      </p:sp>
      <p:sp>
        <p:nvSpPr>
          <p:cNvPr id="243" name="Rectangle 242"/>
          <p:cNvSpPr/>
          <p:nvPr/>
        </p:nvSpPr>
        <p:spPr>
          <a:xfrm>
            <a:off x="502920" y="3767328"/>
            <a:ext cx="2788920" cy="493776"/>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a:solidFill>
                  <a:srgbClr val="1A1A1A"/>
                </a:solidFill>
                <a:latin typeface="Poppins"/>
              </a:rPr>
              <a:t>Public code match: Block</a:t>
            </a:r>
          </a:p>
        </p:txBody>
      </p:sp>
      <p:sp>
        <p:nvSpPr>
          <p:cNvPr id="244" name="Oval 243"/>
          <p:cNvSpPr/>
          <p:nvPr/>
        </p:nvSpPr>
        <p:spPr>
          <a:xfrm>
            <a:off x="3877056" y="3502152"/>
            <a:ext cx="219456" cy="219456"/>
          </a:xfrm>
          <a:prstGeom prst="ellipse">
            <a:avLst/>
          </a:prstGeom>
          <a:solidFill>
            <a:srgbClr val="1A1A1A"/>
          </a:solidFill>
          <a:ln>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45" name="Connector 244"/>
          <p:cNvCxnSpPr/>
          <p:nvPr/>
        </p:nvCxnSpPr>
        <p:spPr>
          <a:xfrm>
            <a:off x="3291840" y="3410712"/>
            <a:ext cx="585216" cy="155448"/>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flipV="1">
            <a:off x="3291840" y="3675887"/>
            <a:ext cx="585216" cy="338328"/>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7" name="TextBox 246"/>
          <p:cNvSpPr txBox="1"/>
          <p:nvPr/>
        </p:nvSpPr>
        <p:spPr>
          <a:xfrm>
            <a:off x="3712463" y="3236976"/>
            <a:ext cx="548640" cy="201168"/>
          </a:xfrm>
          <a:prstGeom prst="rect">
            <a:avLst/>
          </a:prstGeom>
          <a:noFill/>
        </p:spPr>
        <p:txBody>
          <a:bodyPr wrap="square" lIns="0" tIns="0" rIns="0" bIns="0">
            <a:spAutoFit/>
          </a:bodyPr>
          <a:lstStyle/>
          <a:p>
            <a:pPr algn="ctr"/>
            <a:r>
              <a:rPr sz="850" b="0" i="0">
                <a:solidFill>
                  <a:srgbClr val="666666"/>
                </a:solidFill>
                <a:latin typeface="Poppins"/>
              </a:rPr>
              <a:t>both</a:t>
            </a:r>
          </a:p>
        </p:txBody>
      </p:sp>
      <p:cxnSp>
        <p:nvCxnSpPr>
          <p:cNvPr id="248" name="Connector 247"/>
          <p:cNvCxnSpPr/>
          <p:nvPr/>
        </p:nvCxnSpPr>
        <p:spPr>
          <a:xfrm>
            <a:off x="4096512" y="3611880"/>
            <a:ext cx="704088"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9" name="Rectangle 248"/>
          <p:cNvSpPr/>
          <p:nvPr/>
        </p:nvSpPr>
        <p:spPr>
          <a:xfrm>
            <a:off x="4800600" y="3364992"/>
            <a:ext cx="3931920" cy="493776"/>
          </a:xfrm>
          <a:prstGeom prst="rect">
            <a:avLst/>
          </a:prstGeom>
          <a:solidFill>
            <a:srgbClr val="1A1A1A"/>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a:solidFill>
                  <a:srgbClr val="FFFFFF"/>
                </a:solidFill>
                <a:latin typeface="Poppins"/>
              </a:rPr>
              <a:t>IP indemnity applies</a:t>
            </a:r>
          </a:p>
        </p:txBody>
      </p:sp>
      <p:sp>
        <p:nvSpPr>
          <p:cNvPr id="250" name="TextBox 249"/>
          <p:cNvSpPr txBox="1"/>
          <p:nvPr/>
        </p:nvSpPr>
        <p:spPr>
          <a:xfrm>
            <a:off x="502920" y="4443984"/>
            <a:ext cx="8229600" cy="274320"/>
          </a:xfrm>
          <a:prstGeom prst="rect">
            <a:avLst/>
          </a:prstGeom>
          <a:noFill/>
        </p:spPr>
        <p:txBody>
          <a:bodyPr wrap="square" lIns="0" tIns="0" rIns="0" bIns="0">
            <a:spAutoFit/>
          </a:bodyPr>
          <a:lstStyle/>
          <a:p>
            <a:pPr algn="l"/>
            <a:r>
              <a:rPr sz="1050" b="0" i="1">
                <a:solidFill>
                  <a:srgbClr val="666666"/>
                </a:solidFill>
                <a:latin typeface="Poppins"/>
              </a:rPr>
              <a:t>A plan tier and a setting, and only then a legal position. Neither alone is enough.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Organization controls come before enterprise settings</a:t>
            </a:r>
          </a:p>
          <a:p>
            <a:r>
              <a:rPr sz="1350">
                <a:solidFill>
                  <a:srgbClr val="666666"/>
                </a:solidFill>
                <a:latin typeface="Poppins"/>
                <a:ea typeface="Poppins"/>
                <a:cs typeface="Poppins"/>
              </a:rPr>
              <a:t>Policy, models, audit, and seats</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30394428-F1DC-E5F6-DB0C-7DE31F3D8A23}" type="slidenum">
              <a:t>29</a:t>
            </a:fld>
            <a:endParaRPr/>
          </a:p>
        </p:txBody>
      </p:sp>
      <p:sp>
        <p:nvSpPr>
          <p:cNvPr id="240" name="Rectangle 239"/>
          <p:cNvSpPr/>
          <p:nvPr/>
        </p:nvSpPr>
        <p:spPr>
          <a:xfrm>
            <a:off x="502920" y="2029968"/>
            <a:ext cx="7818120"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128016" tIns="18288" rIns="36576" bIns="18288" rtlCol="0" anchor="ctr"/>
          <a:lstStyle/>
          <a:p>
            <a:pPr algn="l"/>
            <a:r>
              <a:rPr sz="1200" b="1">
                <a:solidFill>
                  <a:srgbClr val="1A1A1A"/>
                </a:solidFill>
                <a:latin typeface="Poppins"/>
              </a:rPr>
              <a:t>Enterprise</a:t>
            </a:r>
            <a:r>
              <a:rPr sz="1000">
                <a:solidFill>
                  <a:srgbClr val="1A1A1A"/>
                </a:solidFill>
                <a:latin typeface="Poppins"/>
              </a:rPr>
              <a:t>   sets policy and can lock it</a:t>
            </a:r>
          </a:p>
        </p:txBody>
      </p:sp>
      <p:sp>
        <p:nvSpPr>
          <p:cNvPr id="241" name="Rectangle 240"/>
          <p:cNvSpPr/>
          <p:nvPr/>
        </p:nvSpPr>
        <p:spPr>
          <a:xfrm>
            <a:off x="502920" y="2578608"/>
            <a:ext cx="6537960"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128016" tIns="18288" rIns="36576" bIns="18288" rtlCol="0" anchor="ctr"/>
          <a:lstStyle/>
          <a:p>
            <a:pPr algn="l"/>
            <a:r>
              <a:rPr sz="1200" b="1">
                <a:solidFill>
                  <a:srgbClr val="1A1A1A"/>
                </a:solidFill>
                <a:latin typeface="Poppins"/>
              </a:rPr>
              <a:t>Organization</a:t>
            </a:r>
            <a:r>
              <a:rPr sz="1000">
                <a:solidFill>
                  <a:srgbClr val="1A1A1A"/>
                </a:solidFill>
                <a:latin typeface="Poppins"/>
              </a:rPr>
              <a:t>   Policies and Models, within that</a:t>
            </a:r>
          </a:p>
        </p:txBody>
      </p:sp>
      <p:sp>
        <p:nvSpPr>
          <p:cNvPr id="242" name="Rectangle 241"/>
          <p:cNvSpPr/>
          <p:nvPr/>
        </p:nvSpPr>
        <p:spPr>
          <a:xfrm>
            <a:off x="502920" y="3127248"/>
            <a:ext cx="5257800"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128016" tIns="18288" rIns="36576" bIns="18288" rtlCol="0" anchor="ctr"/>
          <a:lstStyle/>
          <a:p>
            <a:pPr algn="l"/>
            <a:r>
              <a:rPr sz="1200" b="1">
                <a:solidFill>
                  <a:srgbClr val="1A1A1A"/>
                </a:solidFill>
                <a:latin typeface="Poppins"/>
              </a:rPr>
              <a:t>Repository</a:t>
            </a:r>
            <a:r>
              <a:rPr sz="1000">
                <a:solidFill>
                  <a:srgbClr val="1A1A1A"/>
                </a:solidFill>
                <a:latin typeface="Poppins"/>
              </a:rPr>
              <a:t>   content exclusion paths</a:t>
            </a:r>
          </a:p>
        </p:txBody>
      </p:sp>
      <p:sp>
        <p:nvSpPr>
          <p:cNvPr id="243" name="Rectangle 242"/>
          <p:cNvSpPr/>
          <p:nvPr/>
        </p:nvSpPr>
        <p:spPr>
          <a:xfrm>
            <a:off x="502920" y="3675888"/>
            <a:ext cx="3977639"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128016" tIns="18288" rIns="36576" bIns="18288" rtlCol="0" anchor="ctr"/>
          <a:lstStyle/>
          <a:p>
            <a:pPr algn="l"/>
            <a:r>
              <a:rPr sz="1200" b="1">
                <a:solidFill>
                  <a:srgbClr val="1A1A1A"/>
                </a:solidFill>
                <a:latin typeface="Poppins"/>
              </a:rPr>
              <a:t>Personal</a:t>
            </a:r>
            <a:r>
              <a:rPr sz="1000">
                <a:solidFill>
                  <a:srgbClr val="1A1A1A"/>
                </a:solidFill>
                <a:latin typeface="Poppins"/>
              </a:rPr>
              <a:t>   reflects the policy you were given</a:t>
            </a:r>
          </a:p>
        </p:txBody>
      </p:sp>
      <p:cxnSp>
        <p:nvCxnSpPr>
          <p:cNvPr id="244" name="Connector 243"/>
          <p:cNvCxnSpPr/>
          <p:nvPr/>
        </p:nvCxnSpPr>
        <p:spPr>
          <a:xfrm>
            <a:off x="8522208" y="2121408"/>
            <a:ext cx="0" cy="1865376"/>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5" name="TextBox 244"/>
          <p:cNvSpPr txBox="1"/>
          <p:nvPr/>
        </p:nvSpPr>
        <p:spPr>
          <a:xfrm>
            <a:off x="4846320" y="4315968"/>
            <a:ext cx="3886200" cy="219456"/>
          </a:xfrm>
          <a:prstGeom prst="rect">
            <a:avLst/>
          </a:prstGeom>
          <a:noFill/>
        </p:spPr>
        <p:txBody>
          <a:bodyPr wrap="square" lIns="0" tIns="0" rIns="0" bIns="0">
            <a:spAutoFit/>
          </a:bodyPr>
          <a:lstStyle/>
          <a:p>
            <a:pPr algn="r"/>
            <a:r>
              <a:rPr sz="950" b="0" i="0">
                <a:solidFill>
                  <a:srgbClr val="666666"/>
                </a:solidFill>
                <a:latin typeface="Poppins"/>
              </a:rPr>
              <a:t>higher levels cascade down and can lock the level below</a:t>
            </a:r>
          </a:p>
        </p:txBody>
      </p:sp>
      <p:sp>
        <p:nvSpPr>
          <p:cNvPr id="246" name="TextBox 245"/>
          <p:cNvSpPr txBox="1"/>
          <p:nvPr/>
        </p:nvSpPr>
        <p:spPr>
          <a:xfrm>
            <a:off x="502920" y="4315968"/>
            <a:ext cx="8229600" cy="274320"/>
          </a:xfrm>
          <a:prstGeom prst="rect">
            <a:avLst/>
          </a:prstGeom>
          <a:noFill/>
        </p:spPr>
        <p:txBody>
          <a:bodyPr wrap="square" lIns="0" tIns="0" rIns="0" bIns="0">
            <a:spAutoFit/>
          </a:bodyPr>
          <a:lstStyle/>
          <a:p>
            <a:pPr algn="l"/>
            <a:r>
              <a:rPr sz="1050" b="0" i="1">
                <a:solidFill>
                  <a:srgbClr val="666666"/>
                </a:solidFill>
                <a:latin typeface="Poppins"/>
              </a:rPr>
              <a:t>Name the level before you answer a policy scenario.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Hooks: execute code at an event</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PreToolUse receives a JSON event</a:t>
            </a:r>
          </a:p>
          <a:p>
            <a:pPr marL="254000" indent="-127000">
              <a:spcAft>
                <a:spcPts val="900"/>
              </a:spcAft>
              <a:buChar char="•"/>
            </a:pPr>
            <a:r>
              <a:rPr sz="2025">
                <a:solidFill>
                  <a:srgbClr val="000000"/>
                </a:solidFill>
                <a:latin typeface="Poppins"/>
                <a:ea typeface="Poppins"/>
                <a:cs typeface="Poppins"/>
              </a:rPr>
              <a:t>Log selected metadata, not sensitive inputs</a:t>
            </a:r>
          </a:p>
          <a:p>
            <a:pPr marL="254000" indent="-127000">
              <a:spcAft>
                <a:spcPts val="900"/>
              </a:spcAft>
              <a:buChar char="•"/>
            </a:pPr>
            <a:r>
              <a:rPr sz="2025">
                <a:solidFill>
                  <a:srgbClr val="000000"/>
                </a:solidFill>
                <a:latin typeface="Poppins"/>
                <a:ea typeface="Poppins"/>
                <a:cs typeface="Poppins"/>
              </a:rPr>
              <a:t>Return {} to preserve normal approvals</a:t>
            </a:r>
          </a:p>
          <a:p>
            <a:pPr marL="254000" indent="-127000">
              <a:spcAft>
                <a:spcPts val="900"/>
              </a:spcAft>
              <a:buChar char="•"/>
            </a:pPr>
            <a:r>
              <a:rPr sz="2025">
                <a:solidFill>
                  <a:srgbClr val="000000"/>
                </a:solidFill>
                <a:latin typeface="Poppins"/>
                <a:ea typeface="Poppins"/>
                <a:cs typeface="Poppins"/>
              </a:rPr>
              <a:t>A writable hook is not enterprise enforcement</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A4E99CEF-AF55-BA3C-ADF8-4E52E186DD8F}" type="slidenum">
              <a:t>30</a:t>
            </a:fld>
            <a:endParaRPr/>
          </a:p>
        </p:txBody>
      </p:sp>
    </p:spTree>
    <p:extLst>
      <p:ext uri="{BB962C8B-B14F-4D97-AF65-F5344CB8AC3E}">
        <p14:creationId xmlns:p14="http://schemas.microsoft.com/office/powerpoint/2010/main" val="5275132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Enterprise policy has another owner</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Designated organization: .github-private repository</a:t>
            </a:r>
          </a:p>
          <a:p>
            <a:pPr marL="254000" indent="-127000">
              <a:spcAft>
                <a:spcPts val="900"/>
              </a:spcAft>
              <a:buChar char="•"/>
            </a:pPr>
            <a:r>
              <a:rPr sz="2025">
                <a:solidFill>
                  <a:srgbClr val="000000"/>
                </a:solidFill>
                <a:latin typeface="Poppins"/>
                <a:ea typeface="Poppins"/>
                <a:cs typeface="Poppins"/>
              </a:rPr>
              <a:t>copilot/managed-settings.json on default branch</a:t>
            </a:r>
          </a:p>
          <a:p>
            <a:pPr marL="254000" indent="-127000">
              <a:spcAft>
                <a:spcPts val="900"/>
              </a:spcAft>
              <a:buChar char="•"/>
            </a:pPr>
            <a:r>
              <a:rPr sz="2025">
                <a:solidFill>
                  <a:srgbClr val="000000"/>
                </a:solidFill>
                <a:latin typeface="Poppins"/>
                <a:ea typeface="Poppins"/>
                <a:cs typeface="Poppins"/>
              </a:rPr>
              <a:t>Start with a supported, observable setting</a:t>
            </a:r>
          </a:p>
          <a:p>
            <a:pPr marL="254000" indent="-127000">
              <a:spcAft>
                <a:spcPts val="900"/>
              </a:spcAft>
              <a:buChar char="•"/>
            </a:pPr>
            <a:r>
              <a:rPr sz="2025">
                <a:solidFill>
                  <a:srgbClr val="000000"/>
                </a:solidFill>
                <a:latin typeface="Poppins"/>
                <a:ea typeface="Poppins"/>
                <a:cs typeface="Poppins"/>
              </a:rPr>
              <a:t>Verify license context and client behavior</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4A59AF09-D197-0193-A7DE-FAAF0B691058}" type="slidenum">
              <a:t>31</a:t>
            </a:fld>
            <a:endParaRPr/>
          </a:p>
        </p:txBody>
      </p:sp>
    </p:spTree>
    <p:extLst>
      <p:ext uri="{BB962C8B-B14F-4D97-AF65-F5344CB8AC3E}">
        <p14:creationId xmlns:p14="http://schemas.microsoft.com/office/powerpoint/2010/main" val="5275132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Activity is not the outcome</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Synthetic completion acceptance: 240 / 600 = 40%</a:t>
            </a:r>
          </a:p>
          <a:p>
            <a:pPr marL="254000" indent="-127000">
              <a:spcAft>
                <a:spcPts val="900"/>
              </a:spcAft>
              <a:buChar char="•"/>
            </a:pPr>
            <a:r>
              <a:rPr sz="2025">
                <a:solidFill>
                  <a:srgbClr val="000000"/>
                </a:solidFill>
                <a:latin typeface="Poppins"/>
                <a:ea typeface="Poppins"/>
                <a:cs typeface="Poppins"/>
              </a:rPr>
              <a:t>Peak daily active users: 25</a:t>
            </a:r>
          </a:p>
          <a:p>
            <a:pPr marL="254000" indent="-127000">
              <a:spcAft>
                <a:spcPts val="900"/>
              </a:spcAft>
              <a:buChar char="•"/>
            </a:pPr>
            <a:r>
              <a:rPr sz="2025">
                <a:solidFill>
                  <a:srgbClr val="000000"/>
                </a:solidFill>
                <a:latin typeface="Poppins"/>
                <a:ea typeface="Poppins"/>
                <a:cs typeface="Poppins"/>
              </a:rPr>
              <a:t>Neither number proves time saved</a:t>
            </a:r>
          </a:p>
          <a:p>
            <a:pPr marL="254000" indent="-127000">
              <a:spcAft>
                <a:spcPts val="900"/>
              </a:spcAft>
              <a:buChar char="•"/>
            </a:pPr>
            <a:r>
              <a:rPr sz="2025">
                <a:solidFill>
                  <a:srgbClr val="000000"/>
                </a:solidFill>
                <a:latin typeface="Poppins"/>
                <a:ea typeface="Poppins"/>
                <a:cs typeface="Poppins"/>
              </a:rPr>
              <a:t>Measure delivery and quality alongside usage</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F3AE1AE4-D79E-94D6-E825-3FC6C21A77D2}" type="slidenum">
              <a:t>32</a:t>
            </a:fld>
            <a:endParaRPr/>
          </a:p>
        </p:txBody>
      </p:sp>
    </p:spTree>
    <p:extLst>
      <p:ext uri="{BB962C8B-B14F-4D97-AF65-F5344CB8AC3E}">
        <p14:creationId xmlns:p14="http://schemas.microsoft.com/office/powerpoint/2010/main" val="5275132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Mini mock: defend the decision</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Six original questions, one per domain</a:t>
            </a:r>
          </a:p>
          <a:p>
            <a:pPr marL="254000" indent="-127000">
              <a:spcAft>
                <a:spcPts val="900"/>
              </a:spcAft>
              <a:buChar char="•"/>
            </a:pPr>
            <a:r>
              <a:rPr sz="2025">
                <a:solidFill>
                  <a:srgbClr val="000000"/>
                </a:solidFill>
                <a:latin typeface="Poppins"/>
                <a:ea typeface="Poppins"/>
                <a:cs typeface="Poppins"/>
              </a:rPr>
              <a:t>Choose one answer and explain why</a:t>
            </a:r>
          </a:p>
          <a:p>
            <a:pPr marL="254000" indent="-127000">
              <a:spcAft>
                <a:spcPts val="900"/>
              </a:spcAft>
              <a:buChar char="•"/>
            </a:pPr>
            <a:r>
              <a:rPr sz="2025">
                <a:solidFill>
                  <a:srgbClr val="000000"/>
                </a:solidFill>
                <a:latin typeface="Poppins"/>
                <a:ea typeface="Poppins"/>
                <a:cs typeface="Poppins"/>
              </a:rPr>
              <a:t>Then explain why each distractor fails</a:t>
            </a:r>
          </a:p>
          <a:p>
            <a:pPr marL="254000" indent="-127000">
              <a:spcAft>
                <a:spcPts val="900"/>
              </a:spcAft>
              <a:buChar char="•"/>
            </a:pPr>
            <a:r>
              <a:rPr sz="2025">
                <a:solidFill>
                  <a:srgbClr val="000000"/>
                </a:solidFill>
                <a:latin typeface="Poppins"/>
                <a:ea typeface="Poppins"/>
                <a:cs typeface="Poppins"/>
              </a:rPr>
              <a:t>Turn mistakes into a practice task</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5AB55966-FA28-BC73-EA9E-53DF014DF033}" type="slidenum">
              <a:t>33</a:t>
            </a:fld>
            <a:endParaRPr/>
          </a:p>
        </p:txBody>
      </p:sp>
    </p:spTree>
    <p:extLst>
      <p:ext uri="{BB962C8B-B14F-4D97-AF65-F5344CB8AC3E}">
        <p14:creationId xmlns:p14="http://schemas.microsoft.com/office/powerpoint/2010/main" val="5275132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Tonight: one focused hour</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10 min: rate all six domains with evidence</a:t>
            </a:r>
          </a:p>
          <a:p>
            <a:pPr marL="254000" indent="-127000">
              <a:spcAft>
                <a:spcPts val="900"/>
              </a:spcAft>
              <a:buChar char="•"/>
            </a:pPr>
            <a:r>
              <a:rPr sz="2025">
                <a:solidFill>
                  <a:srgbClr val="000000"/>
                </a:solidFill>
                <a:latin typeface="Poppins"/>
                <a:ea typeface="Poppins"/>
                <a:cs typeface="Poppins"/>
              </a:rPr>
              <a:t>20 min: practice the weakest priority</a:t>
            </a:r>
          </a:p>
          <a:p>
            <a:pPr marL="254000" indent="-127000">
              <a:spcAft>
                <a:spcPts val="900"/>
              </a:spcAft>
              <a:buChar char="•"/>
            </a:pPr>
            <a:r>
              <a:rPr sz="2025">
                <a:solidFill>
                  <a:srgbClr val="000000"/>
                </a:solidFill>
                <a:latin typeface="Poppins"/>
                <a:ea typeface="Poppins"/>
                <a:cs typeface="Poppins"/>
              </a:rPr>
              <a:t>15 min: questions and distractor explanations</a:t>
            </a:r>
          </a:p>
          <a:p>
            <a:pPr marL="254000" indent="-127000">
              <a:spcAft>
                <a:spcPts val="900"/>
              </a:spcAft>
              <a:buChar char="•"/>
            </a:pPr>
            <a:r>
              <a:rPr sz="2025">
                <a:solidFill>
                  <a:srgbClr val="000000"/>
                </a:solidFill>
                <a:latin typeface="Poppins"/>
                <a:ea typeface="Poppins"/>
                <a:cs typeface="Poppins"/>
              </a:rPr>
              <a:t>10 min: revisit primary sources</a:t>
            </a:r>
          </a:p>
          <a:p>
            <a:pPr marL="254000" indent="-127000">
              <a:spcAft>
                <a:spcPts val="900"/>
              </a:spcAft>
              <a:buChar char="•"/>
            </a:pPr>
            <a:r>
              <a:rPr sz="2025">
                <a:solidFill>
                  <a:srgbClr val="000000"/>
                </a:solidFill>
                <a:latin typeface="Poppins"/>
                <a:ea typeface="Poppins"/>
                <a:cs typeface="Poppins"/>
              </a:rPr>
              <a:t>5 min: schedule the next evidence check</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02F15020-66A7-620A-7B7A-C05C4312DEAE}" type="slidenum">
              <a:t>34</a:t>
            </a:fld>
            <a:endParaRPr/>
          </a:p>
        </p:txBody>
      </p:sp>
    </p:spTree>
    <p:extLst>
      <p:ext uri="{BB962C8B-B14F-4D97-AF65-F5344CB8AC3E}">
        <p14:creationId xmlns:p14="http://schemas.microsoft.com/office/powerpoint/2010/main" val="5275132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2" name="Google Shape;422;p50">
            <a:extLst>
              <a:ext uri="{FF2B5EF4-FFF2-40B4-BE49-F238E27FC236}">
                <a16:creationId xmlns:a16="http://schemas.microsoft.com/office/drawing/2014/main" id="{A4C0EBA2-5668-4D81-A4C5-5638DD2E7D17}"/>
              </a:ext>
            </a:extLst>
          </p:cNvPr>
          <p:cNvSpPr>
            <a:spLocks noGrp="1"/>
          </p:cNvSpPr>
          <p:nvPr>
            <p:ph type="title"/>
          </p:nvPr>
        </p:nvSpPr>
        <p:spPr>
          <a:xfrm>
            <a:off x="506875" y="1878975"/>
            <a:ext cx="8130300" cy="1385700"/>
          </a:xfrm>
          <a:prstGeom prst="rect">
            <a:avLst/>
          </a:prstGeom>
        </p:spPr>
        <p:txBody>
          <a:bodyPr spcFirstLastPara="1" wrap="square" lIns="0" tIns="0" rIns="0" bIns="0" anchor="t">
            <a:noAutofit/>
          </a:bodyPr>
          <a:lstStyle/>
          <a:p>
            <a:pPr>
              <a:spcAft>
                <a:spcPts val="1000"/>
              </a:spcAft>
            </a:pPr>
            <a:r>
              <a:rPr sz="2700">
                <a:solidFill>
                  <a:srgbClr val="FFFFFF"/>
                </a:solidFill>
                <a:latin typeface="Poppins SemiBold"/>
                <a:ea typeface="Poppins SemiBold"/>
                <a:cs typeface="Poppins SemiBold"/>
              </a:rPr>
              <a:t>Thank you!</a:t>
            </a:r>
          </a:p>
          <a:p>
            <a:r>
              <a:rPr sz="1800">
                <a:solidFill>
                  <a:srgbClr val="FFFFFF"/>
                </a:solidFill>
                <a:latin typeface="Poppins"/>
                <a:ea typeface="Poppins"/>
                <a:cs typeface="Poppins"/>
              </a:rPr>
              <a:t>TechTrainerTim.com</a:t>
            </a:r>
          </a:p>
        </p:txBody>
      </p:sp>
    </p:spTree>
    <p:extLst>
      <p:ext uri="{BB962C8B-B14F-4D97-AF65-F5344CB8AC3E}">
        <p14:creationId xmlns:p14="http://schemas.microsoft.com/office/powerpoint/2010/main" val="1406683651"/>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D30020"/>
      </a:dk2>
      <a:lt2>
        <a:srgbClr val="666666"/>
      </a:lt2>
      <a:accent1>
        <a:srgbClr val="EE0000"/>
      </a:accent1>
      <a:accent2>
        <a:srgbClr val="EFCC01"/>
      </a:accent2>
      <a:accent3>
        <a:srgbClr val="8E22A7"/>
      </a:accent3>
      <a:accent4>
        <a:srgbClr val="30F358"/>
      </a:accent4>
      <a:accent5>
        <a:srgbClr val="16DFDA"/>
      </a:accent5>
      <a:accent6>
        <a:srgbClr val="0345FF"/>
      </a:accent6>
      <a:hlink>
        <a:srgbClr val="99999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D30020"/>
      </a:dk2>
      <a:lt2>
        <a:srgbClr val="666666"/>
      </a:lt2>
      <a:accent1>
        <a:srgbClr val="EE0000"/>
      </a:accent1>
      <a:accent2>
        <a:srgbClr val="EFCC01"/>
      </a:accent2>
      <a:accent3>
        <a:srgbClr val="8E22A7"/>
      </a:accent3>
      <a:accent4>
        <a:srgbClr val="30F358"/>
      </a:accent4>
      <a:accent5>
        <a:srgbClr val="16DFDA"/>
      </a:accent5>
      <a:accent6>
        <a:srgbClr val="0345FF"/>
      </a:accent6>
      <a:hlink>
        <a:srgbClr val="99999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TotalTime>
  <Words>4527</Words>
  <Application>Microsoft Office PowerPoint</Application>
  <DocSecurity>0</DocSecurity>
  <PresentationFormat>On-screen Show (16:9)</PresentationFormat>
  <Paragraphs>280</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Poppins</vt:lpstr>
      <vt:lpstr>Poppins SemiBold</vt:lpstr>
      <vt:lpstr>Simple Light</vt:lpstr>
      <vt:lpstr>Pass Your GitHub Copilot Certification Exam</vt:lpstr>
      <vt:lpstr>Tim Warner Microsoft MVP, Azure AI</vt:lpstr>
      <vt:lpstr>Four segments, four hours 9 a.m.-1 p.m. Central | September 24</vt:lpstr>
      <vt:lpstr>Your class materials One public repository, a clear learner route</vt:lpstr>
      <vt:lpstr>GH-300: six domains Skills measured August 7, 2026</vt:lpstr>
      <vt:lpstr>What you will be able to do An explanation plus an observable check</vt:lpstr>
      <vt:lpstr>Tim's certification study model Use AI to support all three legs</vt:lpstr>
      <vt:lpstr>GitHub Enterprise Cloud (GHEC) governance hierarchy  </vt:lpstr>
      <vt:lpstr>Segment 1 Foundations and responsible operation</vt:lpstr>
      <vt:lpstr>A plausible answer is a proposal </vt:lpstr>
      <vt:lpstr>Six principles of responsible AI Name the harm, then name the mitigation</vt:lpstr>
      <vt:lpstr>Segment 2 Core features: IDE, Chat, CLI</vt:lpstr>
      <vt:lpstr>Choose the smallest useful surface </vt:lpstr>
      <vt:lpstr>Copilot CLI in the terminal Install it, scope it, and review every permission</vt:lpstr>
      <vt:lpstr>One task, two surfaces </vt:lpstr>
      <vt:lpstr>Make useful guidance reusable </vt:lpstr>
      <vt:lpstr>Chat is a bounded conversation Enable it, scope it, and report what fails</vt:lpstr>
      <vt:lpstr>Productivity is more than new code Refactor, document, and modernize with evidence</vt:lpstr>
      <vt:lpstr>Segment 3 Data, agents, MCP, and context</vt:lpstr>
      <vt:lpstr>Follow the context </vt:lpstr>
      <vt:lpstr>Better context narrows the task </vt:lpstr>
      <vt:lpstr>Plan, act, verify </vt:lpstr>
      <vt:lpstr>A session is a unit of work </vt:lpstr>
      <vt:lpstr>MCP adds a source or tool </vt:lpstr>
      <vt:lpstr>Segment 4 Privacy, governance, productivity, and exam practice</vt:lpstr>
      <vt:lpstr>Tests should challenge the proposal </vt:lpstr>
      <vt:lpstr>Match the safeguard to the risk </vt:lpstr>
      <vt:lpstr>Ownership follows responsibility What GitHub claims, and what stays with you</vt:lpstr>
      <vt:lpstr>Organization controls come before enterprise settings Policy, models, audit, and seats</vt:lpstr>
      <vt:lpstr>Hooks: execute code at an event </vt:lpstr>
      <vt:lpstr>Enterprise policy has another owner </vt:lpstr>
      <vt:lpstr>Activity is not the outcome </vt:lpstr>
      <vt:lpstr>Mini mock: defend the decision </vt:lpstr>
      <vt:lpstr>Tonight: one focused hour </vt:lpstr>
      <vt:lpstr>Thank you! TechTrainerTim.com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Tim Warner</cp:lastModifiedBy>
  <cp:revision>5</cp:revision>
  <dcterms:created xsi:type="dcterms:W3CDTF">2026-09-21T01:45:44Z</dcterms:created>
  <dcterms:modified xsi:type="dcterms:W3CDTF">2026-09-24T12:05:55Z</dcterms:modified>
</cp:coreProperties>
</file>