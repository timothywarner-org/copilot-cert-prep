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graphics/data1.xml" ContentType="application/vnd.openxmlformats-officedocument.drawingml.diagramData+xml"/>
  <Override PartName="/ppt/graphics/layout1.xml" ContentType="application/vnd.openxmlformats-officedocument.drawingml.diagramLayout+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2234477b0f4cca" /><Relationship Type="http://schemas.openxmlformats.org/officeDocument/2006/relationships/extended-properties" Target="/docProps/app.xml" Id="Rdf3b65d8b6374071" /><Relationship Type="http://schemas.openxmlformats.org/officeDocument/2006/relationships/officeDocument" Target="/ppt/presentation.xml" Id="Rc913c4d34f3a40f5" /></Relationships>
</file>

<file path=ppt/presentation.xml><?xml version="1.0" encoding="utf-8"?>
<p:presentation xmlns:p="http://schemas.openxmlformats.org/presentationml/2006/main">
  <p:sldMasterIdLst>
    <p:sldMasterId xmlns:r="http://schemas.openxmlformats.org/officeDocument/2006/relationships" id="2147483648" r:id="Rfad141ccef6d4687"/>
  </p:sldMasterIdLst>
  <p:notesMasterIdLst>
    <p:notesMasterId xmlns:r="http://schemas.openxmlformats.org/officeDocument/2006/relationships" r:id="R84885c4c87a946d5"/>
  </p:notesMasterIdLst>
  <p:sldIdLst>
    <p:sldId xmlns:r="http://schemas.openxmlformats.org/officeDocument/2006/relationships" id="256" r:id="Rdbaba4dd91a84ce5"/>
    <p:sldId xmlns:r="http://schemas.openxmlformats.org/officeDocument/2006/relationships" id="257" r:id="R260f22b9b8e94c50"/>
    <p:sldId xmlns:r="http://schemas.openxmlformats.org/officeDocument/2006/relationships" id="258" r:id="Rb61f9cffb8c94ebd"/>
    <p:sldId xmlns:r="http://schemas.openxmlformats.org/officeDocument/2006/relationships" id="259" r:id="R989caeebfa074101"/>
    <p:sldId xmlns:r="http://schemas.openxmlformats.org/officeDocument/2006/relationships" id="260" r:id="R56c3b325a3e94098"/>
    <p:sldId xmlns:r="http://schemas.openxmlformats.org/officeDocument/2006/relationships" id="261" r:id="R59247a6a5d264c89"/>
    <p:sldId xmlns:r="http://schemas.openxmlformats.org/officeDocument/2006/relationships" id="262" r:id="Re4bd6d3d76604879"/>
    <p:sldId xmlns:r="http://schemas.openxmlformats.org/officeDocument/2006/relationships" id="263" r:id="R5a24ba184a864500"/>
    <p:sldId xmlns:r="http://schemas.openxmlformats.org/officeDocument/2006/relationships" id="264" r:id="R40530477e5104379"/>
    <p:sldId xmlns:r="http://schemas.openxmlformats.org/officeDocument/2006/relationships" id="265" r:id="R7465c1bbb5e04894"/>
    <p:sldId xmlns:r="http://schemas.openxmlformats.org/officeDocument/2006/relationships" id="266" r:id="Ra8c146e61951452c"/>
    <p:sldId xmlns:r="http://schemas.openxmlformats.org/officeDocument/2006/relationships" id="267" r:id="R21954e0cf20246e9"/>
    <p:sldId xmlns:r="http://schemas.openxmlformats.org/officeDocument/2006/relationships" id="268" r:id="R5663682ea6904f73"/>
    <p:sldId xmlns:r="http://schemas.openxmlformats.org/officeDocument/2006/relationships" id="269" r:id="R99402c27c97c4b87"/>
    <p:sldId xmlns:r="http://schemas.openxmlformats.org/officeDocument/2006/relationships" id="270" r:id="Ra6c5337e685e4549"/>
    <p:sldId xmlns:r="http://schemas.openxmlformats.org/officeDocument/2006/relationships" id="271" r:id="Ra9fe3e359b144b3b"/>
    <p:sldId xmlns:r="http://schemas.openxmlformats.org/officeDocument/2006/relationships" id="272" r:id="R02898f9978274e73"/>
    <p:sldId xmlns:r="http://schemas.openxmlformats.org/officeDocument/2006/relationships" id="273" r:id="R25aece1e768640f3"/>
    <p:sldId xmlns:r="http://schemas.openxmlformats.org/officeDocument/2006/relationships" id="274" r:id="Rba74ee717af44e9f"/>
    <p:sldId xmlns:r="http://schemas.openxmlformats.org/officeDocument/2006/relationships" id="275" r:id="R0c53da178a8742db"/>
    <p:sldId xmlns:r="http://schemas.openxmlformats.org/officeDocument/2006/relationships" id="276" r:id="R83bd7a9be2934b1f"/>
    <p:sldId xmlns:r="http://schemas.openxmlformats.org/officeDocument/2006/relationships" id="277" r:id="R436492de2bce402a"/>
    <p:sldId xmlns:r="http://schemas.openxmlformats.org/officeDocument/2006/relationships" id="278" r:id="R01b9090fff56431d"/>
    <p:sldId xmlns:r="http://schemas.openxmlformats.org/officeDocument/2006/relationships" id="279" r:id="R365c677f69394daa"/>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92f0043086145a6" /><Relationship Type="http://schemas.openxmlformats.org/officeDocument/2006/relationships/slideMaster" Target="/ppt/slideMasters/slideMaster1.xml" Id="Rfad141ccef6d4687" /><Relationship Type="http://schemas.openxmlformats.org/officeDocument/2006/relationships/notesMaster" Target="/ppt/notesMasters/notesMaster1.xml" Id="R84885c4c87a946d5" /><Relationship Type="http://schemas.openxmlformats.org/officeDocument/2006/relationships/presProps" Target="/ppt/presProps.xml" Id="R08a07c397f424536" /><Relationship Type="http://schemas.openxmlformats.org/officeDocument/2006/relationships/viewProps" Target="/ppt/viewProps.xml" Id="R90d79f3dec1f4ac6" /><Relationship Type="http://schemas.openxmlformats.org/officeDocument/2006/relationships/tableStyles" Target="/ppt/tableStyles.xml" Id="Rd3f709ae58cf4885" /><Relationship Type="http://schemas.openxmlformats.org/officeDocument/2006/relationships/slide" Target="/ppt/slides/slide1.xml" Id="Rdbaba4dd91a84ce5" /><Relationship Type="http://schemas.openxmlformats.org/officeDocument/2006/relationships/slide" Target="/ppt/slides/slide2.xml" Id="R260f22b9b8e94c50" /><Relationship Type="http://schemas.openxmlformats.org/officeDocument/2006/relationships/slide" Target="/ppt/slides/slide3.xml" Id="Rb61f9cffb8c94ebd" /><Relationship Type="http://schemas.openxmlformats.org/officeDocument/2006/relationships/slide" Target="/ppt/slides/slide4.xml" Id="R989caeebfa074101" /><Relationship Type="http://schemas.openxmlformats.org/officeDocument/2006/relationships/slide" Target="/ppt/slides/slide5.xml" Id="R56c3b325a3e94098" /><Relationship Type="http://schemas.openxmlformats.org/officeDocument/2006/relationships/slide" Target="/ppt/slides/slide6.xml" Id="R59247a6a5d264c89" /><Relationship Type="http://schemas.openxmlformats.org/officeDocument/2006/relationships/slide" Target="/ppt/slides/slide7.xml" Id="Re4bd6d3d76604879" /><Relationship Type="http://schemas.openxmlformats.org/officeDocument/2006/relationships/slide" Target="/ppt/slides/slide8.xml" Id="R5a24ba184a864500" /><Relationship Type="http://schemas.openxmlformats.org/officeDocument/2006/relationships/slide" Target="/ppt/slides/slide9.xml" Id="R40530477e5104379" /><Relationship Type="http://schemas.openxmlformats.org/officeDocument/2006/relationships/slide" Target="/ppt/slides/slide10.xml" Id="R7465c1bbb5e04894" /><Relationship Type="http://schemas.openxmlformats.org/officeDocument/2006/relationships/slide" Target="/ppt/slides/slide11.xml" Id="Ra8c146e61951452c" /><Relationship Type="http://schemas.openxmlformats.org/officeDocument/2006/relationships/slide" Target="/ppt/slides/slide12.xml" Id="R21954e0cf20246e9" /><Relationship Type="http://schemas.openxmlformats.org/officeDocument/2006/relationships/slide" Target="/ppt/slides/slide13.xml" Id="R5663682ea6904f73" /><Relationship Type="http://schemas.openxmlformats.org/officeDocument/2006/relationships/slide" Target="/ppt/slides/slide14.xml" Id="R99402c27c97c4b87" /><Relationship Type="http://schemas.openxmlformats.org/officeDocument/2006/relationships/slide" Target="/ppt/slides/slide15.xml" Id="Ra6c5337e685e4549" /><Relationship Type="http://schemas.openxmlformats.org/officeDocument/2006/relationships/slide" Target="/ppt/slides/slide16.xml" Id="Ra9fe3e359b144b3b" /><Relationship Type="http://schemas.openxmlformats.org/officeDocument/2006/relationships/slide" Target="/ppt/slides/slide17.xml" Id="R02898f9978274e73" /><Relationship Type="http://schemas.openxmlformats.org/officeDocument/2006/relationships/slide" Target="/ppt/slides/slide18.xml" Id="R25aece1e768640f3" /><Relationship Type="http://schemas.openxmlformats.org/officeDocument/2006/relationships/slide" Target="/ppt/slides/slide19.xml" Id="Rba74ee717af44e9f" /><Relationship Type="http://schemas.openxmlformats.org/officeDocument/2006/relationships/slide" Target="/ppt/slides/slide20.xml" Id="R0c53da178a8742db" /><Relationship Type="http://schemas.openxmlformats.org/officeDocument/2006/relationships/slide" Target="/ppt/slides/slide21.xml" Id="R83bd7a9be2934b1f" /><Relationship Type="http://schemas.openxmlformats.org/officeDocument/2006/relationships/slide" Target="/ppt/slides/slide22.xml" Id="R436492de2bce402a" /><Relationship Type="http://schemas.openxmlformats.org/officeDocument/2006/relationships/slide" Target="/ppt/slides/slide23.xml" Id="R01b9090fff56431d" /><Relationship Type="http://schemas.openxmlformats.org/officeDocument/2006/relationships/slide" Target="/ppt/slides/slide24.xml" Id="R365c677f69394daa" /></Relationships>
</file>

<file path=ppt/graphics/data1.xml><?xml version="1.0" encoding="utf-8"?>
<dgm:dataModel xmlns:dgm="http://schemas.openxmlformats.org/drawingml/2006/diagram">
  <dgm:ptLst>
    <dgm:pt modelId="{9F153C74-BDE5-40A8-97C9-60F610E3A982}" type="doc">
      <dgm:t>
        <a:bodyPr xmlns:a="http://schemas.openxmlformats.org/drawingml/2006/main"/>
        <a:lstStyle xmlns:a="http://schemas.openxmlformats.org/drawingml/2006/main"/>
        <a:p xmlns:a="http://schemas.openxmlformats.org/drawingml/2006/main">
          <a:endParaRPr/>
        </a:p>
      </dgm:t>
    </dgm:pt>
    <dgm:pt modelId="{2B51ECDE-7F91-41EE-83FF-A5A0B30C64B6}">
      <dgm:t>
        <a:bodyPr xmlns:a="http://schemas.openxmlformats.org/drawingml/2006/main"/>
        <a:lstStyle xmlns:a="http://schemas.openxmlformats.org/drawingml/2006/main"/>
        <a:p xmlns:a="http://schemas.openxmlformats.org/drawingml/2006/main">
          <a:r>
            <a:rPr sz="1800"/>
            <a:t>Course materials: </a:t>
          </a:r>
          <a:r>
            <a:rPr sz="1800" b="1">
              <a:solidFill>
                <a:srgbClr val="FFFF00"/>
              </a:solidFill>
            </a:rPr>
            <a:t>github.com/</a:t>
          </a:r>
          <a:r>
            <a:rPr sz="1800" b="1">
              <a:solidFill>
                <a:srgbClr val="FFFF00"/>
              </a:solidFill>
            </a:rPr>
            <a:t>timothywarner</a:t>
          </a:r>
          <a:r>
            <a:rPr sz="1800" b="1">
              <a:solidFill>
                <a:srgbClr val="FFFF00"/>
              </a:solidFill>
            </a:rPr>
            <a:t>-org/</a:t>
          </a:r>
          <a:r>
            <a:rPr/>
            <a:t>
</a:t>
          </a:r>
          <a:r>
            <a:rPr sz="1800" b="1">
              <a:solidFill>
                <a:srgbClr val="FFFF00"/>
              </a:solidFill>
            </a:rPr>
            <a:t>copilot-cert-prep</a:t>
          </a:r>
        </a:p>
      </dgm:t>
    </dgm:pt>
    <dgm:pt modelId="{9C59B82A-49CF-4B0E-B6B5-FF62960F1236}" type="parTrans" cxnId="{374444DA-359A-40BB-AA3C-CB4B23E1DEE6}">
      <dgm:t>
        <a:bodyPr xmlns:a="http://schemas.openxmlformats.org/drawingml/2006/main"/>
        <a:lstStyle xmlns:a="http://schemas.openxmlformats.org/drawingml/2006/main"/>
        <a:p xmlns:a="http://schemas.openxmlformats.org/drawingml/2006/main">
          <a:endParaRPr/>
        </a:p>
      </dgm:t>
    </dgm:pt>
    <dgm:pt modelId="{C4705C84-C0A0-43AD-815D-1B5CC937168C}" type="sibTrans" cxnId="{374444DA-359A-40BB-AA3C-CB4B23E1DEE6}">
      <dgm:t>
        <a:bodyPr xmlns:a="http://schemas.openxmlformats.org/drawingml/2006/main"/>
        <a:lstStyle xmlns:a="http://schemas.openxmlformats.org/drawingml/2006/main"/>
        <a:p xmlns:a="http://schemas.openxmlformats.org/drawingml/2006/main">
          <a:endParaRPr/>
        </a:p>
      </dgm:t>
    </dgm:pt>
    <dgm:pt modelId="{611853A7-54C7-4654-8593-89A6186AA0E8}">
      <dgm:t>
        <a:bodyPr xmlns:a="http://schemas.openxmlformats.org/drawingml/2006/main"/>
        <a:lstStyle xmlns:a="http://schemas.openxmlformats.org/drawingml/2006/main"/>
        <a:p xmlns:a="http://schemas.openxmlformats.org/drawingml/2006/main">
          <a:r>
            <a:rPr sz="1800" kern="1200"/>
            <a:t>Contact: </a:t>
          </a:r>
          <a:r>
            <a:rPr sz="1800" b="1" kern="1200">
              <a:solidFill>
                <a:srgbClr val="FFFF00"/>
              </a:solidFill>
              <a:latin typeface="Calibri"/>
              <a:ea typeface="Calibri"/>
              <a:cs typeface="Calibri"/>
            </a:rPr>
            <a:t>TechTrainerTim.com</a:t>
          </a:r>
        </a:p>
      </dgm:t>
    </dgm:pt>
    <dgm:pt modelId="{EABA855E-B61A-49A1-A387-C0A792E97BC8}" type="parTrans" cxnId="{C13D4C49-B3A7-481A-ACC0-B2BCF00DBF62}">
      <dgm:t>
        <a:bodyPr xmlns:a="http://schemas.openxmlformats.org/drawingml/2006/main"/>
        <a:lstStyle xmlns:a="http://schemas.openxmlformats.org/drawingml/2006/main"/>
        <a:p xmlns:a="http://schemas.openxmlformats.org/drawingml/2006/main">
          <a:endParaRPr/>
        </a:p>
      </dgm:t>
    </dgm:pt>
    <dgm:pt modelId="{5B37FC59-1FCD-48BC-90BC-C855AD8A450C}" type="sibTrans" cxnId="{C13D4C49-B3A7-481A-ACC0-B2BCF00DBF62}">
      <dgm:t>
        <a:bodyPr xmlns:a="http://schemas.openxmlformats.org/drawingml/2006/main"/>
        <a:lstStyle xmlns:a="http://schemas.openxmlformats.org/drawingml/2006/main"/>
        <a:p xmlns:a="http://schemas.openxmlformats.org/drawingml/2006/main">
          <a:endParaRPr/>
        </a:p>
      </dgm:t>
    </dgm:pt>
    <dgm:pt modelId="{B0B9912E-BBF7-44D7-A843-499290D132C0}" type="pres"/>
    <dgm:pt modelId="{8C8EE7C5-2A01-4D7E-B387-AC2AC02D80C6}" type="pres"/>
    <dgm:pt modelId="{3260CFAD-EAE8-42F7-A926-28A9A0B80F28}" type="pres"/>
    <dgm:pt modelId="{9D30D2F7-4B33-4D42-A652-B3E840684F23}" type="pres"/>
    <dgm:pt modelId="{2EC163D8-F551-4A4A-B222-F2F2E6E9426A}" type="pres"/>
    <dgm:pt modelId="{2418270F-B1F3-42BE-AA03-9D6610EF0D7C}" type="pres"/>
    <dgm:pt modelId="{BB98CA99-1F97-48A9-A046-D3793DB2EB64}" type="pres"/>
    <dgm:pt modelId="{37D73758-DF08-4919-86E7-FBDB09310D85}" type="pres"/>
    <dgm:pt modelId="{19A92570-F3E7-46A2-9583-AD53522C3A8A}" type="pres"/>
    <dgm:pt modelId="{A756F9DA-770F-4E71-BA6F-6782027AA6E6}" type="pres"/>
    <dgm:pt modelId="{7CF59D77-EE5A-4B20-BC63-117C296D3B1A}" type="pres"/>
    <dgm:pt modelId="{9551A5F1-CFDA-429B-A533-DA941662AD22}" type="pres"/>
  </dgm:ptLst>
  <dgm:cxnLst>
    <dgm:cxn modelId="{AA11F703-1D2B-4D72-8C08-AD7DE648903A}" type="presOf" srcId="{2B51ECDE-7F91-41EE-83FF-A5A0B30C64B6}" destId="{9D30D2F7-4B33-4D42-A652-B3E840684F23}" srcOrd="1" destOrd="0" presId="urn:microsoft.com/office/officeart/2005/8/layout/list1"/>
    <dgm:cxn modelId="{7937C166-5627-488F-8D4E-0A4A6BDA75BB}" type="presOf" srcId="{9F153C74-BDE5-40A8-97C9-60F610E3A982}" destId="{B0B9912E-BBF7-44D7-A843-499290D132C0}" srcOrd="0" destOrd="0" presId="urn:microsoft.com/office/officeart/2005/8/layout/list1"/>
    <dgm:cxn modelId="{C13D4C49-B3A7-481A-ACC0-B2BCF00DBF62}" srcId="{9F153C74-BDE5-40A8-97C9-60F610E3A982}" destId="{611853A7-54C7-4654-8593-89A6186AA0E8}" srcOrd="1" destOrd="0" parTransId="{EABA855E-B61A-49A1-A387-C0A792E97BC8}" sibTransId="{5B37FC59-1FCD-48BC-90BC-C855AD8A450C}"/>
    <dgm:cxn modelId="{374444DA-359A-40BB-AA3C-CB4B23E1DEE6}" srcId="{9F153C74-BDE5-40A8-97C9-60F610E3A982}" destId="{2B51ECDE-7F91-41EE-83FF-A5A0B30C64B6}" srcOrd="0" destOrd="0" parTransId="{9C59B82A-49CF-4B0E-B6B5-FF62960F1236}" sibTransId="{C4705C84-C0A0-43AD-815D-1B5CC937168C}"/>
    <dgm:cxn modelId="{9DDF81E5-573A-418D-9C37-31992FCA0834}" type="presOf" srcId="{611853A7-54C7-4654-8593-89A6186AA0E8}" destId="{19A92570-F3E7-46A2-9583-AD53522C3A8A}" srcOrd="0" destOrd="0" presId="urn:microsoft.com/office/officeart/2005/8/layout/list1"/>
    <dgm:cxn modelId="{245319ED-D700-40C1-9C3E-555525F6B9BF}" type="presOf" srcId="{2B51ECDE-7F91-41EE-83FF-A5A0B30C64B6}" destId="{3260CFAD-EAE8-42F7-A926-28A9A0B80F28}" srcOrd="0" destOrd="0" presId="urn:microsoft.com/office/officeart/2005/8/layout/list1"/>
    <dgm:cxn modelId="{9475AFFB-1AFE-486C-B012-A3442B977040}" type="presOf" srcId="{611853A7-54C7-4654-8593-89A6186AA0E8}" destId="{A756F9DA-770F-4E71-BA6F-6782027AA6E6}" srcOrd="1" destOrd="0" presId="urn:microsoft.com/office/officeart/2005/8/layout/list1"/>
    <dgm:cxn modelId="{637BB273-A337-423C-9BDA-5AB5F9437376}" type="presParOf" srcId="{B0B9912E-BBF7-44D7-A843-499290D132C0}" destId="{8C8EE7C5-2A01-4D7E-B387-AC2AC02D80C6}" srcOrd="0" destOrd="0" presId="urn:microsoft.com/office/officeart/2005/8/layout/list1"/>
    <dgm:cxn modelId="{99B88204-CDE7-47EF-97C1-5ECBE36AFD5F}" type="presParOf" srcId="{8C8EE7C5-2A01-4D7E-B387-AC2AC02D80C6}" destId="{3260CFAD-EAE8-42F7-A926-28A9A0B80F28}" srcOrd="0" destOrd="0" presId="urn:microsoft.com/office/officeart/2005/8/layout/list1"/>
    <dgm:cxn modelId="{8C6728B6-92C8-4777-B5FC-804935F00280}" type="presParOf" srcId="{8C8EE7C5-2A01-4D7E-B387-AC2AC02D80C6}" destId="{9D30D2F7-4B33-4D42-A652-B3E840684F23}" srcOrd="1" destOrd="0" presId="urn:microsoft.com/office/officeart/2005/8/layout/list1"/>
    <dgm:cxn modelId="{1B6BE77A-6342-4288-ABD4-3823AA37A57F}" type="presParOf" srcId="{B0B9912E-BBF7-44D7-A843-499290D132C0}" destId="{2EC163D8-F551-4A4A-B222-F2F2E6E9426A}" srcOrd="1" destOrd="0" presId="urn:microsoft.com/office/officeart/2005/8/layout/list1"/>
    <dgm:cxn modelId="{7ECB4726-AFA1-44D7-8482-AF6D3E26D484}" type="presParOf" srcId="{B0B9912E-BBF7-44D7-A843-499290D132C0}" destId="{2418270F-B1F3-42BE-AA03-9D6610EF0D7C}" srcOrd="2" destOrd="0" presId="urn:microsoft.com/office/officeart/2005/8/layout/list1"/>
    <dgm:cxn modelId="{C2142FAD-823C-4438-8784-5BA933E9D3AE}" type="presParOf" srcId="{B0B9912E-BBF7-44D7-A843-499290D132C0}" destId="{BB98CA99-1F97-48A9-A046-D3793DB2EB64}" srcOrd="3" destOrd="0" presId="urn:microsoft.com/office/officeart/2005/8/layout/list1"/>
    <dgm:cxn modelId="{ED5A8098-6121-4A1F-8D37-A6A3B3AC5CF4}" type="presParOf" srcId="{B0B9912E-BBF7-44D7-A843-499290D132C0}" destId="{37D73758-DF08-4919-86E7-FBDB09310D85}" srcOrd="4" destOrd="0" presId="urn:microsoft.com/office/officeart/2005/8/layout/list1"/>
    <dgm:cxn modelId="{6429E9F9-5F64-4AD5-B4AB-D7BF994C6560}" type="presParOf" srcId="{37D73758-DF08-4919-86E7-FBDB09310D85}" destId="{19A92570-F3E7-46A2-9583-AD53522C3A8A}" srcOrd="0" destOrd="0" presId="urn:microsoft.com/office/officeart/2005/8/layout/list1"/>
    <dgm:cxn modelId="{0C4B5241-80C9-4503-BC09-848E1448975F}" type="presParOf" srcId="{37D73758-DF08-4919-86E7-FBDB09310D85}" destId="{A756F9DA-770F-4E71-BA6F-6782027AA6E6}" srcOrd="1" destOrd="0" presId="urn:microsoft.com/office/officeart/2005/8/layout/list1"/>
    <dgm:cxn modelId="{15368D64-1F9C-411E-B58E-3710EE230947}" type="presParOf" srcId="{B0B9912E-BBF7-44D7-A843-499290D132C0}" destId="{7CF59D77-EE5A-4B20-BC63-117C296D3B1A}" srcOrd="5" destOrd="0" presId="urn:microsoft.com/office/officeart/2005/8/layout/list1"/>
    <dgm:cxn modelId="{12C2D6AE-FE20-467A-B70A-C90E8E2BD12E}" type="presParOf" srcId="{B0B9912E-BBF7-44D7-A843-499290D132C0}" destId="{9551A5F1-CFDA-429B-A533-DA941662AD22}" srcOrd="6" destOrd="0" presId="urn:microsoft.com/office/officeart/2005/8/layout/list1"/>
  </dgm:cxnLst>
</dgm:dataModel>
</file>

<file path=ppt/graphics/layout1.xml><?xml version="1.0" encoding="utf-8"?>
<dgm:layoutDef xmlns:dgm="http://schemas.openxmlformats.org/drawingml/2006/diagram">
  <dgm:layoutNode name="linear">
    <dgm:choose>
      <dgm:if func="var" arg="dir" op="equ" val="norm">
        <dgm:alg type="lin">
          <dgm:param type="linDir" val="fromT"/>
          <dgm:param type="vertAlign" val="mid"/>
          <dgm:param type="horzAlign" val="l"/>
          <dgm:param type="nodeHorzAlign" val="l"/>
        </dgm:alg>
      </dgm:if>
      <dgm:else>
        <dgm:alg type="lin">
          <dgm:param type="linDir" val="fromT"/>
          <dgm:param type="vertAlign" val="mid"/>
          <dgm:param type="horzAlign" val="r"/>
          <dgm:param type="nodeHorzAlign" val="r"/>
        </dgm:alg>
      </dgm:else>
    </dgm:choose>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axis="ch" ptType="node">
      <dgm:layoutNode name="parentLin">
        <dgm:choose>
          <dgm:if func="var" arg="dir" op="equ" val="norm">
            <dgm:alg type="lin">
              <dgm:param type="linDir" val="fromL"/>
              <dgm:param type="horzAlign" val="l"/>
              <dgm:param type="nodeHorzAlign" val="l"/>
            </dgm:alg>
          </dgm:if>
          <dgm:else>
            <dgm:alg type="lin">
              <dgm:param type="linDir" val="fromR"/>
              <dgm:param type="horzAlign" val="r"/>
              <dgm:param type="nodeHorzAlign" val="r"/>
            </dgm:alg>
          </dgm:else>
        </dgm:choose>
        <dgm:shape/>
        <dgm:presOf/>
        <dgm:constrLst/>
        <dgm:ruleLst/>
        <dgm:layoutNode name="parentLeftMargin">
          <dgm:alg type="sp"/>
          <dgm:shape type="rect"/>
          <dgm:presOf axis="self"/>
          <dgm:constrLst>
            <dgm:constr type="h"/>
          </dgm:constrLst>
          <dgm:ruleLst/>
        </dgm:layoutNode>
        <dgm:layoutNode name="parentText" styleLbl="node1">
          <dgm:choose>
            <dgm:if func="var" arg="dir" op="equ" val="norm">
              <dgm:alg type="tx">
                <dgm:param type="parTxLTRAlign" val="l"/>
                <dgm:param type="parTxRTLAlign" val="l"/>
              </dgm:alg>
            </dgm:if>
            <dgm:else>
              <dgm:alg type="tx">
                <dgm:param type="parTxLTRAlign" val="r"/>
                <dgm:param type="parTxRTLAlign" val="r"/>
              </dgm:alg>
            </dgm:else>
          </dgm:choose>
          <dgm:shape type="roundRect"/>
          <dgm:presOf axis="self" ptType="node"/>
          <dgm:constrLst>
            <dgm:constr type="tMarg"/>
            <dgm:constr type="bMarg"/>
          </dgm:constrLst>
          <dgm:ruleLst/>
        </dgm:layoutNode>
      </dgm:layoutNode>
      <dgm:layoutNode name="negativeSpace">
        <dgm:alg type="sp"/>
        <dgm:shape/>
        <dgm:presOf/>
        <dgm:constrLst/>
        <dgm:ruleLst/>
      </dgm:layoutNode>
      <dgm:layoutNode name="childText" styleLbl="conFgAcc1">
        <dgm:alg type="tx">
          <dgm:param type="stBulletLvl" val="1"/>
        </dgm:alg>
        <dgm:shape type="rect"/>
        <dgm:presOf axis="des" ptType="node"/>
        <dgm:constrLst>
          <dgm:constr type="secFontSz" refType="primFontSz"/>
        </dgm:constrLst>
        <dgm:ruleLst>
          <dgm:rule type="h" val="INF" fact="NaN" max="NaN"/>
        </dgm:ruleLst>
      </dgm:layoutNode>
      <dgm:forEach axis="followSib" ptType="sibTrans" cnt="1">
        <dgm:layoutNode name="spaceBetweenRectangles">
          <dgm:alg type="sp"/>
          <dgm:shape/>
          <dgm:presOf/>
          <dgm:constrLst/>
          <dgm:ruleLst/>
        </dgm:layoutNode>
      </dgm:forEach>
    </dgm:forEach>
  </dgm:layoutNode>
</dgm:layoutDef>
</file>

<file path=ppt/notesMasters/_rels/notesMaster1.xml.rels>&#65279;<?xml version="1.0" encoding="utf-8"?><Relationships xmlns="http://schemas.openxmlformats.org/package/2006/relationships"><Relationship Type="http://schemas.openxmlformats.org/officeDocument/2006/relationships/theme" Target="/ppt/notesMasters/theme/theme3.xml" Id="Rec790de10b84474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tandard_LiveLessons_2017">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235157554845e5" /><Relationship Type="http://schemas.openxmlformats.org/officeDocument/2006/relationships/notesMaster" Target="/ppt/notesMasters/notesMaster1.xml" Id="R93ed5090993341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0a079369bb4197" /><Relationship Type="http://schemas.openxmlformats.org/officeDocument/2006/relationships/notesMaster" Target="/ppt/notesMasters/notesMaster1.xml" Id="R7d7586b5c2814ee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e352378ac544d7f" /><Relationship Type="http://schemas.openxmlformats.org/officeDocument/2006/relationships/notesMaster" Target="/ppt/notesMasters/notesMaster1.xml" Id="R52ae3fdbbe4843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3399dba4ee9046e0" /><Relationship Type="http://schemas.openxmlformats.org/officeDocument/2006/relationships/notesMaster" Target="/ppt/notesMasters/notesMaster1.xml" Id="Rcb3d7965ee17406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d490d2de1a44bf5" /><Relationship Type="http://schemas.openxmlformats.org/officeDocument/2006/relationships/notesMaster" Target="/ppt/notesMasters/notesMaster1.xml" Id="R44425ec7f0fa43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15eef74bd394a1d" /><Relationship Type="http://schemas.openxmlformats.org/officeDocument/2006/relationships/notesMaster" Target="/ppt/notesMasters/notesMaster1.xml" Id="Rc530ef810ce74624" /></Relationships>
</file>

<file path=ppt/notesSlides/_rels/notesSlide7.xml.rels>&#65279;<?xml version="1.0" encoding="utf-8"?><Relationships xmlns="http://schemas.openxmlformats.org/package/2006/relationships"><Relationship Type="http://schemas.openxmlformats.org/officeDocument/2006/relationships/slide" Target="/ppt/slides/slide7.xml" Id="R75b54a9951594078" /><Relationship Type="http://schemas.openxmlformats.org/officeDocument/2006/relationships/notesMaster" Target="/ppt/notesMasters/notesMaster1.xml" Id="Ra95acd5308b44690" /></Relationships>
</file>

<file path=ppt/notesSlides/_rels/notesSlide8.xml.rels>&#65279;<?xml version="1.0" encoding="utf-8"?><Relationships xmlns="http://schemas.openxmlformats.org/package/2006/relationships"><Relationship Type="http://schemas.openxmlformats.org/officeDocument/2006/relationships/slide" Target="/ppt/slides/slide8.xml" Id="R00d8bad1e0a64dff" /><Relationship Type="http://schemas.openxmlformats.org/officeDocument/2006/relationships/notesMaster" Target="/ppt/notesMasters/notesMaster1.xml" Id="R0beb3eb015894006" /></Relationships>
</file>

<file path=ppt/notesSlides/_rels/notesSlide9.xml.rels>&#65279;<?xml version="1.0" encoding="utf-8"?><Relationships xmlns="http://schemas.openxmlformats.org/package/2006/relationships"><Relationship Type="http://schemas.openxmlformats.org/officeDocument/2006/relationships/slide" Target="/ppt/slides/slide9.xml" Id="R89335fcbb1514f08" /><Relationship Type="http://schemas.openxmlformats.org/officeDocument/2006/relationships/notesMaster" Target="/ppt/notesMasters/notesMaster1.xml" Id="R578ec60fa7ea40e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790aa7beec54148" /><Relationship Type="http://schemas.openxmlformats.org/officeDocument/2006/relationships/notesMaster" Target="/ppt/notesMasters/notesMaster1.xml" Id="R0049154c7dee452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484b77139914925" /><Relationship Type="http://schemas.openxmlformats.org/officeDocument/2006/relationships/notesMaster" Target="/ppt/notesMasters/notesMaster1.xml" Id="Ra0080e422b3d471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97652cd805246aa" /><Relationship Type="http://schemas.openxmlformats.org/officeDocument/2006/relationships/notesMaster" Target="/ppt/notesMasters/notesMaster1.xml" Id="R05142bc676bd449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a84923c824c4885" /><Relationship Type="http://schemas.openxmlformats.org/officeDocument/2006/relationships/notesMaster" Target="/ppt/notesMasters/notesMaster1.xml" Id="R8d23fb42f44746c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90868f0704c4b90" /><Relationship Type="http://schemas.openxmlformats.org/officeDocument/2006/relationships/notesMaster" Target="/ppt/notesMasters/notesMaster1.xml" Id="R70eb2a34a4a64d2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8bfc3704fa346c0" /><Relationship Type="http://schemas.openxmlformats.org/officeDocument/2006/relationships/notesMaster" Target="/ppt/notesMasters/notesMaster1.xml" Id="R0c895822568a42a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c8d33057ccb4c0c" /><Relationship Type="http://schemas.openxmlformats.org/officeDocument/2006/relationships/notesMaster" Target="/ppt/notesMasters/notesMaster1.xml" Id="R6b0263916a434d4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42b3faa108e4af5" /><Relationship Type="http://schemas.openxmlformats.org/officeDocument/2006/relationships/notesMaster" Target="/ppt/notesMasters/notesMaster1.xml" Id="R4ae48fe5664445a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2531ce0fb7b4454" /><Relationship Type="http://schemas.openxmlformats.org/officeDocument/2006/relationships/notesMaster" Target="/ppt/notesMasters/notesMaster1.xml" Id="R8dd30f982de04b4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bedee1a95b34086" /><Relationship Type="http://schemas.openxmlformats.org/officeDocument/2006/relationships/notesMaster" Target="/ppt/notesMasters/notesMaster1.xml" Id="Re111c5f3ee4a474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a591dfb6676488a" /><Relationship Type="http://schemas.openxmlformats.org/officeDocument/2006/relationships/notesMaster" Target="/ppt/notesMasters/notesMaster1.xml" Id="Ra13c7a9167504c7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01bd05a698a4b53" /><Relationship Type="http://schemas.openxmlformats.org/officeDocument/2006/relationships/notesMaster" Target="/ppt/notesMasters/notesMaster1.xml" Id="R2ceaf22084524c4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5eb3d95817e482a" /><Relationship Type="http://schemas.openxmlformats.org/officeDocument/2006/relationships/notesMaster" Target="/ppt/notesMasters/notesMaster1.xml" Id="R1956555a034d48d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278fa22b6fb4497" /><Relationship Type="http://schemas.openxmlformats.org/officeDocument/2006/relationships/notesMaster" Target="/ppt/notesMasters/notesMaster1.xml" Id="R18fe13129fc5435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7881e6ad0724f5c" /><Relationship Type="http://schemas.openxmlformats.org/officeDocument/2006/relationships/notesMaster" Target="/ppt/notesMasters/notesMaster1.xml" Id="R062be4c1ddc142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228600" indent="-228600">
              <a:buAutoNum type="arabicPeriod"/>
            </a:pPr>
            <a:r>
              <a:t>Hello there, Tim Warner here. Welcome to Pass Your GitHub Copilot Certification Exam. We have four hours, and our job is to build useful judgment: validate what Copilot proposes, choose the right surface, supply useful context, and apply safeguards that actually cover the workflow. We will use original questions and practical evidence, not exam dumps. The public repository is our source for the activities and tonight's study. September 24, 2026, 9 a.m.-1 p.m. Central.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introduction brief. I teach from first principles and real examples. Invite learners to share their Copilot experience in chat. Establish that a no-account route exists for each activity. Show the repository before discussing setup problems.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Success means explaining a decision and demonstrating the check that supports it. Passing a course exercise is not a guarantee of passing the certification. Each core activity has a no-account route. Ask which outcome is most important to this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skills measured August 7, 2026. The update is minor; the six domains and ranges remain. The current wording names agent mode, Copilot Edits, content exclusions, and suggestions matching public code filtering. Do not call August a completely new agent exam. Source: https://learn.microsoft.com/en-us/credentials/certifications/resources/study-guides/gh-300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times are Central. Include five-minute breaks at 9:55, 10:55, and 11:55. Follow COURSE-PLAN.md for minute allocations. If discussion runs long, shorten governance enrichment rather than removing exam coverage or the mini mock. Source: https://www.oreilly.com/live-events/pass-your-github-copilot-certification-exam/0642572414696/0642572414689/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README.md and show the current course plan, CLASS-ACTIVITIES.md, quick reference, Cert Buddy instructions, and MINI-MOCK.md. The tips app and synthetic metrics demo need Node.js but no package installation. Tests use npm ci. Inspect repository hooks and MCP configuration before granting workspace trust. Historical June materials remain available but are not the class baseline.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three-legged study model: official learning, practical experience, and original practice questions support each other. A correct letter is not enough; explain why the other choices fail. Demonstrate how a missed question becomes a concrete practice task. Avoid leaked exam material.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1, 15 minutes: inspect the intentionally flawed Tailwind Traders export function in docs/CLASS-ACTIVITIES.md. fs.writeJsonSecure is fabricated. Discuss path traversal, data minimization, documented file APIs, error handling, and independent tests. Do not execute the flawed snippet. Human accountability remains even when the output is fluent. Source: https://learn.microsoft.com/en-us/training/modules/responsible-ai-with-github-copilot/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one bounded request using the tips app. Explain the implementation before editing. Review the actual diff and commands. CLI installation for this course is npm install -g @github/copilot with Node.js 22+, followed by copilot and /login when needed. Do not teach the retired gh extension as the current CLI. Source: https://docs.github.com/en/copilot/how-tos/copilot-cli/set-up-copilot-cli/install-copilot-cli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2, 15 minutes. Run node src/app.js, select 4, search for testing, and quit with q. Ask Chat and CLI to explain the same implementation using the same files. Compare context and permission requests. A no-account learner can inspect the code and review checklist directly. Do not let two sessions edit the same file concurrently.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.github/prompts/review-learning-change.prompt.md. Apply it to src/app.js and then to scripts/hooks/prevent-destructive-commands.js. Explain why a reusable task prompt differs from persistent project guidance. Select Cert Buddy from the agent picker; do not treat a custom agent name as a universal @ participant. Source: https://code.visualstudio.com/docs/agent-customization/custom-agents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request lifecycle verbally with the actual files from the previous demo. Ask where missing context, stale documentation, or a misleading tool result could change the answer. The model has not necessarily read every file, and a context window is not unlimited memory. Source: https://docs.github.com/en/copilot/concepts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3, 10 minutes. Compare 'Make this application better' with the stronger prompt in CLASS-ACTIVITIES.md. Add representative input/output examples to demonstrate few-shot guidance. If a second model is available, keep the prompt and context unchanged and compare correctness, latency, and usage. Do not promise a fixed model roster or use legacy request multipliers indiscriminately. Sources: https://docs.github.com/en/copilot/concepts/prompting/prompt-engineering and https://docs.github.com/en/copilot/concepts/billing-and-usage/individuals/billing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distinction between planning and implementation. Agent workflows can coordinate files and tools, but they are not proof of correctness. Briefly identify Copilot Edits, code review, PR summaries, and review instructions. A cloud agent prepares repository work for review; do not teach it as a separate Visual Studio-only preview product. Source: https://docs.github.com/en/copilot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the current installed sessions interface if rehearsed. An environment handoff continues work in the selected destination; do not promise every continuation is appended to the originating chat. Explain that the Agents window is Preview. Use separate worktrees for competing changes when appropriate. Sources: https://code.visualstudio.com/docs/agents/concepts/sessions and https://code.visualstudio.com/docs/agents/run/agents-window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.vscode/mcp.json and the public gh300buddy-mslearn endpoint. Start the server after inspecting it, then use Cert Buddy for one original question. Confirm it retrieves evidence and withholds the answer. If retrieval fails, disclose that and use MINI-MOCK.md. Briefly distinguish MCP retrieval from curated Spaces context and Spark application creation. Source: https://code.visualstudio.com/docs/agent-customization/mcp-servers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Activity 4: run npm test -- --runInBand. Inspect hook tests that preserve ordinary approvals, reject malformed input, and handle delayed stdin. Inspect item-validator tests for leaked answers. Ask whether a passing test proves an enterprise policy is enforced. It does not. The relevant test checks only the behavior it actually exercises.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conflate these controls. Current documentation says IDE Edit and Agent modes do not support content exclusions, while current CLI documentation describes Business/Enterprise support. A .copilotignore file is not a documented substitute. Include audit-event investigation and seat administration via authorized REST as recognition topics. Sources: https://docs.github.com/en/copilot/concepts/context/content-exclusion and https://docs.github.com/en/copilot/reference/supported-surfaces-for-policies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Enrichment, Preview. Open docs/HOOKS-AND-GOVERNANCE.md. Pipe the supplied sample event to Log-CopilotToolUse.ps1, inspect the NDJSON record, then wire the optional tool-use-logger.json in the classroom copy. Direct input proves the script, not VS Code event delivery. Demonstrate a deny response by feeding a destructive command string to the parser without executing it. Inspect repository code before Workspace Trust. Source: https://code.visualstudio.com/docs/agents/reference/hooks-reference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Enrichment. Follow the governance lab using an authorized test enterprise. The starter model:auto configuration sets a new-conversation default; it does not prove a locked picker or universal enforcement. Explain the optional enterprise-team override. Do not deploy changes to participant environments. If live settings are unavailable, walk through the supplied JSON and label enforcement unverified. Source: https://docs.github.com/en/copilot/how-tos/administer-copilot/manage-for-enterprise/use-managed-settings/get-started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node copilot-metrics-tour/index.js --demo. The two-day fixture is explicitly synthetic. Explain the manifest-to-NDJSON report flow and why credentials must not accompany signed downloads. Daily active users cannot be added into unique people for the period. Current aggregate endpoint: /orgs/{org}/copilot/metrics/reports/organization-28-day/latest. Sources: https://docs.github.com/en/rest/copilot/copilot-usage-metrics and https://docs.github.com/en/copilot/reference/copilot-usage-metrics/reconciling-usage-metrics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docs/MINI-MOCK.md. Allow ten minutes for answers and five for review; keep rationales collapsed until learners decide. If time allows, use Cert Buddy for another question with current retrieval. Explain that structure validation and balanced choice length do not establish factual accuracy. Do not predict an exam score from six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learner leaves with a bounded next action. Use the current official certification page for Pearson VUE scheduling and the 100-minute exam duration. A scaled passing score of 700 does not mean 70% correct. Verify regional pricing and exam-day rules at booking time. Source: https://learn.microsoft.com/en-us/credentials/certifications/github-copilot/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Thank the learners. Point them to the public repository and the official exam links in docs/exam-notes-and-links.md. Invite one final question. End at 1 p.m. Central. Remind them that the strongest study evidence is an explanation plus a demonstrated check, not memorized model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8d5f236c584874" /><Relationship Type="http://schemas.openxmlformats.org/officeDocument/2006/relationships/image" Target="/ppt/media/image2.jpeg" Id="R24e0532c26dd42cc" /><Relationship Type="http://schemas.openxmlformats.org/officeDocument/2006/relationships/image" Target="/ppt/media/image3.jpeg" Id="R9bc2aedaedaa489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6098d954ead441f" /><Relationship Type="http://schemas.openxmlformats.org/officeDocument/2006/relationships/image" Target="/ppt/media/image2.jpeg" Id="Rc577495573a44fb8" /><Relationship Type="http://schemas.openxmlformats.org/officeDocument/2006/relationships/image" Target="/ppt/media/image.png" Id="R79893dcc6fa242b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3d0d6427bb5486d" /><Relationship Type="http://schemas.openxmlformats.org/officeDocument/2006/relationships/image" Target="/ppt/media/image2.jpeg" Id="Rba707a083cce4c90" /><Relationship Type="http://schemas.openxmlformats.org/officeDocument/2006/relationships/image" Target="/ppt/media/image2.png" Id="R0731ef73ef344bbd" /><Relationship Type="http://schemas.openxmlformats.org/officeDocument/2006/relationships/image" Target="/ppt/media/image3.png" Id="R229d67c4f3a040a2" /><Relationship Type="http://schemas.openxmlformats.org/officeDocument/2006/relationships/image" Target="/ppt/media/image4.png" Id="Rd476588994784eb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aaf6a98bfb1401c" /><Relationship Type="http://schemas.openxmlformats.org/officeDocument/2006/relationships/image" Target="/ppt/media/image4.jpeg" Id="R3bdcd6ebe7df4f46" /><Relationship Type="http://schemas.openxmlformats.org/officeDocument/2006/relationships/image" Target="/ppt/media/image2.png" Id="R616b129ad528465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7711fabd3d54c3c" /><Relationship Type="http://schemas.openxmlformats.org/officeDocument/2006/relationships/image" Target="/ppt/media/image5.jpeg" Id="R9a9e00c1b40945bc" /><Relationship Type="http://schemas.openxmlformats.org/officeDocument/2006/relationships/image" Target="/ppt/media/image2.png" Id="R002dc1ae055b4cf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635c88a0aeb45ad" /><Relationship Type="http://schemas.openxmlformats.org/officeDocument/2006/relationships/image" Target="/ppt/media/image5.jpeg" Id="R49f8def16ed9410c" /><Relationship Type="http://schemas.openxmlformats.org/officeDocument/2006/relationships/image" Target="/ppt/media/image2.png" Id="Rd5b10be75d29476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623edac62ab449dd" /><Relationship Type="http://schemas.openxmlformats.org/officeDocument/2006/relationships/image" Target="/ppt/media/image6.jpeg" Id="Rb379199c545d45a3" /><Relationship Type="http://schemas.openxmlformats.org/officeDocument/2006/relationships/image" Target="/ppt/media/image5.png" Id="Rd7bc716e812247e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33ce7d27797f4be5" /><Relationship Type="http://schemas.openxmlformats.org/officeDocument/2006/relationships/image" Target="/ppt/media/image6.jpeg" Id="R3fa4088c56d0471d" /><Relationship Type="http://schemas.openxmlformats.org/officeDocument/2006/relationships/image" Target="/ppt/media/image5.png" Id="R8f4a6243f02b4ff7"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7e0ff8ab0e114d34" /><Relationship Type="http://schemas.openxmlformats.org/officeDocument/2006/relationships/image" Target="/ppt/media/image7.jpeg" Id="Rbd60b46948b145d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226d10f320145ae"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8de7321bd0d14080"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3a98813b0f3045ec"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4f034733d8cb4722" /><Relationship Type="http://schemas.openxmlformats.org/officeDocument/2006/relationships/image" Target="/ppt/media/image8.jpeg" Id="R5c6fc9bba9544aaf" /></Relationships>
</file>

<file path=ppt/slideLayouts/slideLayout1.xml><?xml version="1.0" encoding="utf-8"?>
<p:sldLayout xmlns:p="http://schemas.openxmlformats.org/presentationml/2006/main" preserve="1" userDrawn="1">
  <p:cSld name="1_Slide-Based Headshot">
    <p:spTree>
      <p:nvGrpSpPr>
        <p:cNvPr id="1" name=""/>
        <p:cNvGrpSpPr/>
        <p:nvPr/>
      </p:nvGrpSpPr>
      <p:grpSpPr>
        <a:xfrm xmlns:a="http://schemas.openxmlformats.org/drawingml/2006/main"/>
      </p:grpSpPr>
      <p:pic>
        <p:nvPicPr>
          <p:cNvPr id="34" name="Picture 4"/>
          <p:cNvPicPr>
            <a:picLocks xmlns:a="http://schemas.openxmlformats.org/drawingml/2006/main" noChangeAspect="1"/>
          </p:cNvPicPr>
          <p:nvPr/>
        </p:nvPicPr>
        <p:blipFill>
          <a:blip xmlns:r="http://schemas.openxmlformats.org/officeDocument/2006/relationships" xmlns:a="http://schemas.openxmlformats.org/drawingml/2006/main" r:embed="R24e0532c26dd42cc"/>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pic>
        <p:nvPicPr>
          <p:cNvPr id="35" name="Picture 19"/>
          <p:cNvPicPr>
            <a:picLocks xmlns:a="http://schemas.openxmlformats.org/drawingml/2006/main" noChangeAspect="1"/>
          </p:cNvPicPr>
          <p:nvPr/>
        </p:nvPicPr>
        <p:blipFill rotWithShape="1">
          <a:blip xmlns:r="http://schemas.openxmlformats.org/officeDocument/2006/relationships" xmlns:a="http://schemas.openxmlformats.org/drawingml/2006/main" r:embed="R9bc2aedaedaa489a"/>
          <a:srcRect xmlns:a="http://schemas.openxmlformats.org/drawingml/2006/main" l="24192" t="0" r="17273" b="0"/>
          <a:stretch xmlns:a="http://schemas.openxmlformats.org/drawingml/2006/main"/>
        </p:blipFill>
        <p:spPr>
          <a:xfrm xmlns:a="http://schemas.openxmlformats.org/drawingml/2006/main">
            <a:off x="0" y="-7951"/>
            <a:ext cx="3638809" cy="4603805"/>
          </a:xfrm>
          <a:prstGeom xmlns:a="http://schemas.openxmlformats.org/drawingml/2006/main" prst="rect">
            <a:avLst/>
          </a:prstGeom>
        </p:spPr>
      </p:pic>
      <p:sp>
        <p:nvSpPr>
          <p:cNvPr id="21" name="Title 1">
            <a:extLst xmlns:a="http://schemas.openxmlformats.org/drawingml/2006/main">
              <a:ext uri="{FF2B5EF4-FFF2-40B4-BE49-F238E27FC236}">
                <a16:creationId xmlns:a16="http://schemas.microsoft.com/office/drawing/2014/main" id="{879AE553-DDE7-3246-A275-03B48F404DAA}"/>
              </a:ext>
            </a:extLst>
          </p:cNvPr>
          <p:cNvSpPr>
            <a:spLocks xmlns:a="http://schemas.openxmlformats.org/drawingml/2006/main" noGrp="1"/>
          </p:cNvSpPr>
          <p:nvPr/>
        </p:nvSpPr>
        <p:spPr>
          <a:xfrm xmlns:a="http://schemas.openxmlformats.org/drawingml/2006/main">
            <a:off x="3742175" y="223404"/>
            <a:ext cx="5505191" cy="724334"/>
          </a:xfrm>
          <a:prstGeom xmlns:a="http://schemas.openxmlformats.org/drawingml/2006/main" prst="rect">
            <a:avLst/>
          </a:prstGeom>
        </p:spPr>
        <p:txBody>
          <a:bodyPr xmlns:a="http://schemas.openxmlformats.org/drawingml/2006/main"/>
          <a:lstStyle xmlns:a="http://schemas.openxmlformats.org/drawingml/2006/main">
            <a:lvl1pPr algn="l" defTabSz="457200">
              <a:spcBef>
                <a:spcPct val="0"/>
              </a:spcBef>
              <a:buNone/>
              <a:defRPr sz="4400" kern="1200">
                <a:solidFill>
                  <a:schemeClr val="tx1"/>
                </a:solidFill>
                <a:latin typeface="+mj-lt"/>
                <a:ea typeface="+mj-lt"/>
                <a:cs typeface="+mj-lt"/>
              </a:defRPr>
            </a:lvl1pPr>
          </a:lstStyle>
          <a:p xmlns:a="http://schemas.openxmlformats.org/drawingml/2006/main">
            <a:r>
              <a:rPr sz="2400" b="1">
                <a:solidFill>
                  <a:schemeClr val="bg1"/>
                </a:solidFill>
              </a:rPr>
              <a:t>Lesson 1: Understanding Kubernetes</a:t>
            </a:r>
          </a:p>
        </p:txBody>
      </p:sp>
      <p:pic>
        <p:nvPicPr>
          <p:cNvPr id="37" name="Picture 22"/>
          <p:cNvPicPr>
            <a:picLocks xmlns:a="http://schemas.openxmlformats.org/drawingml/2006/main" noChangeAspect="1"/>
          </p:cNvPicPr>
          <p:nvPr/>
        </p:nvPicPr>
        <p:blipFill rotWithShape="1">
          <a:blip xmlns:r="http://schemas.openxmlformats.org/officeDocument/2006/relationships" xmlns:a="http://schemas.openxmlformats.org/drawingml/2006/main" r:embed="R9bc2aedaedaa489a"/>
          <a:srcRect xmlns:a="http://schemas.openxmlformats.org/drawingml/2006/main" l="24192" t="0" r="17273" b="0"/>
          <a:stretch xmlns:a="http://schemas.openxmlformats.org/drawingml/2006/main"/>
        </p:blipFill>
        <p:spPr>
          <a:xfrm xmlns:a="http://schemas.openxmlformats.org/drawingml/2006/main">
            <a:off x="0" y="5188"/>
            <a:ext cx="3638809" cy="4590666"/>
          </a:xfrm>
          <a:prstGeom xmlns:a="http://schemas.openxmlformats.org/drawingml/2006/main" prst="rect">
            <a:avLst/>
          </a:prstGeom>
        </p:spPr>
      </p:pic>
      <p:sp>
        <p:nvSpPr>
          <p:cNvPr id="27" name="Subtitle 2">
            <a:extLst xmlns:a="http://schemas.openxmlformats.org/drawingml/2006/main">
              <a:ext uri="{FF2B5EF4-FFF2-40B4-BE49-F238E27FC236}">
                <a16:creationId xmlns:a16="http://schemas.microsoft.com/office/drawing/2014/main" id="{1C9B70A1-4246-EF41-A9D4-1747E5B9BA3E}"/>
              </a:ext>
            </a:extLst>
          </p:cNvPr>
          <p:cNvSpPr>
            <a:spLocks xmlns:a="http://schemas.openxmlformats.org/drawingml/2006/main" noGrp="1"/>
          </p:cNvSpPr>
          <p:nvPr/>
        </p:nvSpPr>
        <p:spPr>
          <a:xfrm xmlns:a="http://schemas.openxmlformats.org/drawingml/2006/main">
            <a:off x="3963033" y="1321449"/>
            <a:ext cx="4975395" cy="475548"/>
          </a:xfrm>
          <a:prstGeom xmlns:a="http://schemas.openxmlformats.org/drawingml/2006/main" prst="rect">
            <a:avLst/>
          </a:prstGeom>
        </p:spPr>
        <p:txBody>
          <a:bodyPr xmlns:a="http://schemas.openxmlformats.org/drawingml/2006/main" vert="horz" lIns="91440" tIns="45720" rIns="91440" bIns="45720">
            <a:noAutofit/>
          </a:bodyPr>
          <a:lstStyle xmlns:a="http://schemas.openxmlformats.org/drawingml/2006/main">
            <a:lvl1pPr marL="685800" indent="-630936" algn="l" defTabSz="457200">
              <a:spcBef>
                <a:spcPct val="20000"/>
              </a:spcBef>
              <a:buFont typeface="Arial"/>
              <a:buNone/>
              <a:tabLst>
                <a:tab pos="574675" algn="l"/>
              </a:tabLst>
              <a:defRPr sz="2800" b="0" kern="1200" baseline="0">
                <a:solidFill>
                  <a:srgbClr val="000000"/>
                </a:solidFill>
                <a:latin typeface="Segoe Pro"/>
                <a:ea typeface="Segoe Pro"/>
                <a:cs typeface="Segoe Pro"/>
              </a:defRPr>
            </a:lvl1pPr>
            <a:lvl2pPr marL="457200" indent="0" algn="ctr" defTabSz="457200">
              <a:spcBef>
                <a:spcPct val="20000"/>
              </a:spcBef>
              <a:buFont typeface="Arial"/>
              <a:buNone/>
              <a:defRPr sz="2800" kern="1200">
                <a:solidFill>
                  <a:schemeClr val="tx1">
                    <a:tint val="75000"/>
                  </a:schemeClr>
                </a:solidFill>
                <a:latin typeface="Segoe Pro"/>
                <a:ea typeface="Segoe Pro"/>
                <a:cs typeface="Segoe Pro"/>
              </a:defRPr>
            </a:lvl2pPr>
            <a:lvl3pPr marL="914400" indent="0" algn="ctr" defTabSz="457200">
              <a:spcBef>
                <a:spcPct val="20000"/>
              </a:spcBef>
              <a:buFont typeface="Arial"/>
              <a:buNone/>
              <a:defRPr sz="2400" kern="1200">
                <a:solidFill>
                  <a:schemeClr val="tx1">
                    <a:tint val="75000"/>
                  </a:schemeClr>
                </a:solidFill>
                <a:latin typeface="Segoe Pro"/>
                <a:ea typeface="Segoe Pro"/>
                <a:cs typeface="Segoe Pro"/>
              </a:defRPr>
            </a:lvl3pPr>
            <a:lvl4pPr marL="1371600" indent="0" algn="ctr" defTabSz="457200">
              <a:spcBef>
                <a:spcPct val="20000"/>
              </a:spcBef>
              <a:buFont typeface="Arial"/>
              <a:buNone/>
              <a:defRPr sz="2000" kern="1200">
                <a:solidFill>
                  <a:schemeClr val="tx1">
                    <a:tint val="75000"/>
                  </a:schemeClr>
                </a:solidFill>
                <a:latin typeface="Segoe Pro"/>
                <a:ea typeface="Segoe Pro"/>
                <a:cs typeface="Segoe Pro"/>
              </a:defRPr>
            </a:lvl4pPr>
            <a:lvl5pPr marL="1828800" indent="0" algn="ctr" defTabSz="457200">
              <a:spcBef>
                <a:spcPct val="20000"/>
              </a:spcBef>
              <a:buFont typeface="Arial"/>
              <a:buNone/>
              <a:defRPr sz="2000" kern="1200">
                <a:solidFill>
                  <a:schemeClr val="tx1">
                    <a:tint val="75000"/>
                  </a:schemeClr>
                </a:solidFill>
                <a:latin typeface="Segoe Pro"/>
                <a:ea typeface="Segoe Pro"/>
                <a:cs typeface="Segoe Pro"/>
              </a:defRPr>
            </a:lvl5pPr>
            <a:lvl6pPr marL="2286000" indent="0" algn="ctr" defTabSz="457200">
              <a:spcBef>
                <a:spcPct val="20000"/>
              </a:spcBef>
              <a:buFont typeface="Arial"/>
              <a:buNone/>
              <a:defRPr sz="2000" kern="1200">
                <a:solidFill>
                  <a:schemeClr val="tx1">
                    <a:tint val="75000"/>
                  </a:schemeClr>
                </a:solidFill>
                <a:latin typeface="+mn-lt"/>
                <a:ea typeface="+mn-lt"/>
                <a:cs typeface="+mn-lt"/>
              </a:defRPr>
            </a:lvl6pPr>
            <a:lvl7pPr marL="2743200" indent="0" algn="ctr" defTabSz="457200">
              <a:spcBef>
                <a:spcPct val="20000"/>
              </a:spcBef>
              <a:buFont typeface="Arial"/>
              <a:buNone/>
              <a:defRPr sz="2000" kern="1200">
                <a:solidFill>
                  <a:schemeClr val="tx1">
                    <a:tint val="75000"/>
                  </a:schemeClr>
                </a:solidFill>
                <a:latin typeface="+mn-lt"/>
                <a:ea typeface="+mn-lt"/>
                <a:cs typeface="+mn-lt"/>
              </a:defRPr>
            </a:lvl7pPr>
            <a:lvl8pPr marL="3200400" indent="0" algn="ctr" defTabSz="457200">
              <a:spcBef>
                <a:spcPct val="20000"/>
              </a:spcBef>
              <a:buFont typeface="Arial"/>
              <a:buNone/>
              <a:defRPr sz="2000" kern="1200">
                <a:solidFill>
                  <a:schemeClr val="tx1">
                    <a:tint val="75000"/>
                  </a:schemeClr>
                </a:solidFill>
                <a:latin typeface="+mn-lt"/>
                <a:ea typeface="+mn-lt"/>
                <a:cs typeface="+mn-lt"/>
              </a:defRPr>
            </a:lvl8pPr>
            <a:lvl9pPr marL="3657600" indent="0" algn="ctr" defTabSz="457200">
              <a:spcBef>
                <a:spcPct val="20000"/>
              </a:spcBef>
              <a:buFont typeface="Arial"/>
              <a:buNone/>
              <a:defRPr sz="2000" kern="1200">
                <a:solidFill>
                  <a:schemeClr val="tx1">
                    <a:tint val="75000"/>
                  </a:schemeClr>
                </a:solidFill>
                <a:latin typeface="+mn-lt"/>
                <a:ea typeface="+mn-lt"/>
                <a:cs typeface="+mn-lt"/>
              </a:defRPr>
            </a:lvl9pPr>
          </a:lstStyle>
          <a:p xmlns:a="http://schemas.openxmlformats.org/drawingml/2006/main">
            <a:r>
              <a:rPr sz="2600"/>
              <a:t>1.1 Understanding Containers</a:t>
            </a:r>
          </a:p>
        </p:txBody>
      </p:sp>
      <p:sp>
        <p:nvSpPr>
          <p:cNvPr id="28" name="Subtitle 2">
            <a:extLst xmlns:a="http://schemas.openxmlformats.org/drawingml/2006/main">
              <a:ext uri="{FF2B5EF4-FFF2-40B4-BE49-F238E27FC236}">
                <a16:creationId xmlns:a16="http://schemas.microsoft.com/office/drawing/2014/main" id="{CF813062-DB89-FC4C-9952-E517FA6F03F8}"/>
              </a:ext>
            </a:extLst>
          </p:cNvPr>
          <p:cNvSpPr>
            <a:spLocks xmlns:a="http://schemas.openxmlformats.org/drawingml/2006/main" noGrp="1"/>
          </p:cNvSpPr>
          <p:nvPr/>
        </p:nvSpPr>
        <p:spPr>
          <a:xfrm xmlns:a="http://schemas.openxmlformats.org/drawingml/2006/main">
            <a:off x="3963032" y="2019398"/>
            <a:ext cx="4975395" cy="906683"/>
          </a:xfrm>
          <a:prstGeom xmlns:a="http://schemas.openxmlformats.org/drawingml/2006/main" prst="rect">
            <a:avLst/>
          </a:prstGeom>
        </p:spPr>
        <p:txBody>
          <a:bodyPr xmlns:a="http://schemas.openxmlformats.org/drawingml/2006/main" vert="horz" lIns="91440" tIns="45720" rIns="91440" bIns="45720">
            <a:noAutofit/>
          </a:bodyPr>
          <a:lstStyle xmlns:a="http://schemas.openxmlformats.org/drawingml/2006/main">
            <a:lvl1pPr marL="685800" indent="-630936" algn="l" defTabSz="457200">
              <a:spcBef>
                <a:spcPct val="20000"/>
              </a:spcBef>
              <a:buFont typeface="Arial"/>
              <a:buNone/>
              <a:tabLst>
                <a:tab pos="574675" algn="l"/>
              </a:tabLst>
              <a:defRPr sz="2800" b="0" kern="1200" baseline="0">
                <a:solidFill>
                  <a:srgbClr val="000000"/>
                </a:solidFill>
                <a:latin typeface="+mn-lt"/>
                <a:ea typeface="+mn-lt"/>
                <a:cs typeface="+mn-lt"/>
              </a:defRPr>
            </a:lvl1pPr>
            <a:lvl2pPr marL="457200" indent="0" algn="ctr" defTabSz="457200">
              <a:spcBef>
                <a:spcPct val="20000"/>
              </a:spcBef>
              <a:buFont typeface="Arial"/>
              <a:buNone/>
              <a:defRPr sz="2800" kern="1200">
                <a:solidFill>
                  <a:schemeClr val="tx1">
                    <a:tint val="75000"/>
                  </a:schemeClr>
                </a:solidFill>
                <a:latin typeface="+mn-lt"/>
                <a:ea typeface="+mn-lt"/>
                <a:cs typeface="+mn-lt"/>
              </a:defRPr>
            </a:lvl2pPr>
            <a:lvl3pPr marL="914400" indent="0" algn="ctr" defTabSz="457200">
              <a:spcBef>
                <a:spcPct val="20000"/>
              </a:spcBef>
              <a:buFont typeface="Arial"/>
              <a:buNone/>
              <a:defRPr sz="2400" kern="1200">
                <a:solidFill>
                  <a:schemeClr val="tx1">
                    <a:tint val="75000"/>
                  </a:schemeClr>
                </a:solidFill>
                <a:latin typeface="+mn-lt"/>
                <a:ea typeface="+mn-lt"/>
                <a:cs typeface="+mn-lt"/>
              </a:defRPr>
            </a:lvl3pPr>
            <a:lvl4pPr marL="1371600" indent="0" algn="ctr" defTabSz="457200">
              <a:spcBef>
                <a:spcPct val="20000"/>
              </a:spcBef>
              <a:buFont typeface="Arial"/>
              <a:buNone/>
              <a:defRPr sz="2000" kern="1200">
                <a:solidFill>
                  <a:schemeClr val="tx1">
                    <a:tint val="75000"/>
                  </a:schemeClr>
                </a:solidFill>
                <a:latin typeface="+mn-lt"/>
                <a:ea typeface="+mn-lt"/>
                <a:cs typeface="+mn-lt"/>
              </a:defRPr>
            </a:lvl4pPr>
            <a:lvl5pPr marL="1828800" indent="0" algn="ctr" defTabSz="457200">
              <a:spcBef>
                <a:spcPct val="20000"/>
              </a:spcBef>
              <a:buFont typeface="Arial"/>
              <a:buNone/>
              <a:defRPr sz="2000" kern="1200">
                <a:solidFill>
                  <a:schemeClr val="tx1">
                    <a:tint val="75000"/>
                  </a:schemeClr>
                </a:solidFill>
                <a:latin typeface="+mn-lt"/>
                <a:ea typeface="+mn-lt"/>
                <a:cs typeface="+mn-lt"/>
              </a:defRPr>
            </a:lvl5pPr>
            <a:lvl6pPr marL="2286000" indent="0" algn="ctr" defTabSz="457200">
              <a:spcBef>
                <a:spcPct val="20000"/>
              </a:spcBef>
              <a:buFont typeface="Arial"/>
              <a:buNone/>
              <a:defRPr sz="2000" kern="1200">
                <a:solidFill>
                  <a:schemeClr val="tx1">
                    <a:tint val="75000"/>
                  </a:schemeClr>
                </a:solidFill>
                <a:latin typeface="+mn-lt"/>
                <a:ea typeface="+mn-lt"/>
                <a:cs typeface="+mn-lt"/>
              </a:defRPr>
            </a:lvl6pPr>
            <a:lvl7pPr marL="2743200" indent="0" algn="ctr" defTabSz="457200">
              <a:spcBef>
                <a:spcPct val="20000"/>
              </a:spcBef>
              <a:buFont typeface="Arial"/>
              <a:buNone/>
              <a:defRPr sz="2000" kern="1200">
                <a:solidFill>
                  <a:schemeClr val="tx1">
                    <a:tint val="75000"/>
                  </a:schemeClr>
                </a:solidFill>
                <a:latin typeface="+mn-lt"/>
                <a:ea typeface="+mn-lt"/>
                <a:cs typeface="+mn-lt"/>
              </a:defRPr>
            </a:lvl7pPr>
            <a:lvl8pPr marL="3200400" indent="0" algn="ctr" defTabSz="457200">
              <a:spcBef>
                <a:spcPct val="20000"/>
              </a:spcBef>
              <a:buFont typeface="Arial"/>
              <a:buNone/>
              <a:defRPr sz="2000" kern="1200">
                <a:solidFill>
                  <a:schemeClr val="tx1">
                    <a:tint val="75000"/>
                  </a:schemeClr>
                </a:solidFill>
                <a:latin typeface="+mn-lt"/>
                <a:ea typeface="+mn-lt"/>
                <a:cs typeface="+mn-lt"/>
              </a:defRPr>
            </a:lvl8pPr>
            <a:lvl9pPr marL="3657600" indent="0" algn="ctr" defTabSz="457200">
              <a:spcBef>
                <a:spcPct val="20000"/>
              </a:spcBef>
              <a:buFont typeface="Arial"/>
              <a:buNone/>
              <a:defRPr sz="2000" kern="1200">
                <a:solidFill>
                  <a:schemeClr val="tx1">
                    <a:tint val="75000"/>
                  </a:schemeClr>
                </a:solidFill>
                <a:latin typeface="+mn-lt"/>
                <a:ea typeface="+mn-lt"/>
                <a:cs typeface="+mn-lt"/>
              </a:defRPr>
            </a:lvl9pPr>
          </a:lstStyle>
          <a:p xmlns:a="http://schemas.openxmlformats.org/drawingml/2006/main">
            <a:r>
              <a:rPr sz="2600"/>
              <a:t>1.2 Containers in Corporate </a:t>
            </a:r>
          </a:p>
          <a:p xmlns:a="http://schemas.openxmlformats.org/drawingml/2006/main">
            <a:r>
              <a:rPr sz="2600"/>
              <a:t>       Environments</a:t>
            </a:r>
          </a:p>
        </p:txBody>
      </p:sp>
      <p:sp>
        <p:nvSpPr>
          <p:cNvPr id="29" name="Subtitle 2">
            <a:extLst xmlns:a="http://schemas.openxmlformats.org/drawingml/2006/main">
              <a:ext uri="{FF2B5EF4-FFF2-40B4-BE49-F238E27FC236}">
                <a16:creationId xmlns:a16="http://schemas.microsoft.com/office/drawing/2014/main" id="{B3CC864C-E6B4-3D40-BB65-4CFF8F31A588}"/>
              </a:ext>
            </a:extLst>
          </p:cNvPr>
          <p:cNvSpPr>
            <a:spLocks xmlns:a="http://schemas.openxmlformats.org/drawingml/2006/main" noGrp="1"/>
          </p:cNvSpPr>
          <p:nvPr/>
        </p:nvSpPr>
        <p:spPr>
          <a:xfrm xmlns:a="http://schemas.openxmlformats.org/drawingml/2006/main">
            <a:off x="3963031" y="3148482"/>
            <a:ext cx="4975395" cy="432317"/>
          </a:xfrm>
          <a:prstGeom xmlns:a="http://schemas.openxmlformats.org/drawingml/2006/main" prst="rect">
            <a:avLst/>
          </a:prstGeom>
        </p:spPr>
        <p:txBody>
          <a:bodyPr xmlns:a="http://schemas.openxmlformats.org/drawingml/2006/main" vert="horz" lIns="91440" tIns="45720" rIns="91440" bIns="45720">
            <a:noAutofit/>
          </a:bodyPr>
          <a:lstStyle xmlns:a="http://schemas.openxmlformats.org/drawingml/2006/main">
            <a:lvl1pPr marL="685800" indent="-630936" algn="l" defTabSz="457200">
              <a:spcBef>
                <a:spcPct val="20000"/>
              </a:spcBef>
              <a:buFont typeface="Arial"/>
              <a:buNone/>
              <a:tabLst>
                <a:tab pos="574675" algn="l"/>
              </a:tabLst>
              <a:defRPr sz="2800" b="0" kern="1200" baseline="0">
                <a:solidFill>
                  <a:srgbClr val="000000"/>
                </a:solidFill>
                <a:latin typeface="+mn-lt"/>
                <a:ea typeface="+mn-lt"/>
                <a:cs typeface="+mn-lt"/>
              </a:defRPr>
            </a:lvl1pPr>
            <a:lvl2pPr marL="457200" indent="0" algn="ctr" defTabSz="457200">
              <a:spcBef>
                <a:spcPct val="20000"/>
              </a:spcBef>
              <a:buFont typeface="Arial"/>
              <a:buNone/>
              <a:defRPr sz="2800" kern="1200">
                <a:solidFill>
                  <a:schemeClr val="tx1">
                    <a:tint val="75000"/>
                  </a:schemeClr>
                </a:solidFill>
                <a:latin typeface="+mn-lt"/>
                <a:ea typeface="+mn-lt"/>
                <a:cs typeface="+mn-lt"/>
              </a:defRPr>
            </a:lvl2pPr>
            <a:lvl3pPr marL="914400" indent="0" algn="ctr" defTabSz="457200">
              <a:spcBef>
                <a:spcPct val="20000"/>
              </a:spcBef>
              <a:buFont typeface="Arial"/>
              <a:buNone/>
              <a:defRPr sz="2400" kern="1200">
                <a:solidFill>
                  <a:schemeClr val="tx1">
                    <a:tint val="75000"/>
                  </a:schemeClr>
                </a:solidFill>
                <a:latin typeface="+mn-lt"/>
                <a:ea typeface="+mn-lt"/>
                <a:cs typeface="+mn-lt"/>
              </a:defRPr>
            </a:lvl3pPr>
            <a:lvl4pPr marL="1371600" indent="0" algn="ctr" defTabSz="457200">
              <a:spcBef>
                <a:spcPct val="20000"/>
              </a:spcBef>
              <a:buFont typeface="Arial"/>
              <a:buNone/>
              <a:defRPr sz="2000" kern="1200">
                <a:solidFill>
                  <a:schemeClr val="tx1">
                    <a:tint val="75000"/>
                  </a:schemeClr>
                </a:solidFill>
                <a:latin typeface="+mn-lt"/>
                <a:ea typeface="+mn-lt"/>
                <a:cs typeface="+mn-lt"/>
              </a:defRPr>
            </a:lvl4pPr>
            <a:lvl5pPr marL="1828800" indent="0" algn="ctr" defTabSz="457200">
              <a:spcBef>
                <a:spcPct val="20000"/>
              </a:spcBef>
              <a:buFont typeface="Arial"/>
              <a:buNone/>
              <a:defRPr sz="2000" kern="1200">
                <a:solidFill>
                  <a:schemeClr val="tx1">
                    <a:tint val="75000"/>
                  </a:schemeClr>
                </a:solidFill>
                <a:latin typeface="+mn-lt"/>
                <a:ea typeface="+mn-lt"/>
                <a:cs typeface="+mn-lt"/>
              </a:defRPr>
            </a:lvl5pPr>
            <a:lvl6pPr marL="2286000" indent="0" algn="ctr" defTabSz="457200">
              <a:spcBef>
                <a:spcPct val="20000"/>
              </a:spcBef>
              <a:buFont typeface="Arial"/>
              <a:buNone/>
              <a:defRPr sz="2000" kern="1200">
                <a:solidFill>
                  <a:schemeClr val="tx1">
                    <a:tint val="75000"/>
                  </a:schemeClr>
                </a:solidFill>
                <a:latin typeface="+mn-lt"/>
                <a:ea typeface="+mn-lt"/>
                <a:cs typeface="+mn-lt"/>
              </a:defRPr>
            </a:lvl6pPr>
            <a:lvl7pPr marL="2743200" indent="0" algn="ctr" defTabSz="457200">
              <a:spcBef>
                <a:spcPct val="20000"/>
              </a:spcBef>
              <a:buFont typeface="Arial"/>
              <a:buNone/>
              <a:defRPr sz="2000" kern="1200">
                <a:solidFill>
                  <a:schemeClr val="tx1">
                    <a:tint val="75000"/>
                  </a:schemeClr>
                </a:solidFill>
                <a:latin typeface="+mn-lt"/>
                <a:ea typeface="+mn-lt"/>
                <a:cs typeface="+mn-lt"/>
              </a:defRPr>
            </a:lvl7pPr>
            <a:lvl8pPr marL="3200400" indent="0" algn="ctr" defTabSz="457200">
              <a:spcBef>
                <a:spcPct val="20000"/>
              </a:spcBef>
              <a:buFont typeface="Arial"/>
              <a:buNone/>
              <a:defRPr sz="2000" kern="1200">
                <a:solidFill>
                  <a:schemeClr val="tx1">
                    <a:tint val="75000"/>
                  </a:schemeClr>
                </a:solidFill>
                <a:latin typeface="+mn-lt"/>
                <a:ea typeface="+mn-lt"/>
                <a:cs typeface="+mn-lt"/>
              </a:defRPr>
            </a:lvl8pPr>
            <a:lvl9pPr marL="3657600" indent="0" algn="ctr" defTabSz="457200">
              <a:spcBef>
                <a:spcPct val="20000"/>
              </a:spcBef>
              <a:buFont typeface="Arial"/>
              <a:buNone/>
              <a:defRPr sz="2000" kern="1200">
                <a:solidFill>
                  <a:schemeClr val="tx1">
                    <a:tint val="75000"/>
                  </a:schemeClr>
                </a:solidFill>
                <a:latin typeface="+mn-lt"/>
                <a:ea typeface="+mn-lt"/>
                <a:cs typeface="+mn-lt"/>
              </a:defRPr>
            </a:lvl9pPr>
          </a:lstStyle>
          <a:p xmlns:a="http://schemas.openxmlformats.org/drawingml/2006/main">
            <a:r>
              <a:rPr sz="2600"/>
              <a:t>1.3 The Rise of Kubernetes</a:t>
            </a:r>
          </a:p>
        </p:txBody>
      </p:sp>
      <p:sp>
        <p:nvSpPr>
          <p:cNvPr id="30" name="Subtitle 2">
            <a:extLst xmlns:a="http://schemas.openxmlformats.org/drawingml/2006/main">
              <a:ext uri="{FF2B5EF4-FFF2-40B4-BE49-F238E27FC236}">
                <a16:creationId xmlns:a16="http://schemas.microsoft.com/office/drawing/2014/main" id="{D6E222FC-2D0D-AC48-9ADE-1071DC9A37EF}"/>
              </a:ext>
            </a:extLst>
          </p:cNvPr>
          <p:cNvSpPr>
            <a:spLocks xmlns:a="http://schemas.openxmlformats.org/drawingml/2006/main" noGrp="1"/>
          </p:cNvSpPr>
          <p:nvPr/>
        </p:nvSpPr>
        <p:spPr>
          <a:xfrm xmlns:a="http://schemas.openxmlformats.org/drawingml/2006/main">
            <a:off x="3963031" y="3803200"/>
            <a:ext cx="4975395" cy="432317"/>
          </a:xfrm>
          <a:prstGeom xmlns:a="http://schemas.openxmlformats.org/drawingml/2006/main" prst="rect">
            <a:avLst/>
          </a:prstGeom>
        </p:spPr>
        <p:txBody>
          <a:bodyPr xmlns:a="http://schemas.openxmlformats.org/drawingml/2006/main" vert="horz" lIns="91440" tIns="45720" rIns="91440" bIns="45720">
            <a:noAutofit/>
          </a:bodyPr>
          <a:lstStyle xmlns:a="http://schemas.openxmlformats.org/drawingml/2006/main">
            <a:lvl1pPr marL="685800" indent="-630936" algn="l" defTabSz="457200">
              <a:spcBef>
                <a:spcPct val="20000"/>
              </a:spcBef>
              <a:buFont typeface="Arial"/>
              <a:buNone/>
              <a:tabLst>
                <a:tab pos="574675" algn="l"/>
              </a:tabLst>
              <a:defRPr sz="2800" b="0" kern="1200" baseline="0">
                <a:solidFill>
                  <a:srgbClr val="000000"/>
                </a:solidFill>
                <a:latin typeface="+mn-lt"/>
                <a:ea typeface="+mn-lt"/>
                <a:cs typeface="+mn-lt"/>
              </a:defRPr>
            </a:lvl1pPr>
            <a:lvl2pPr marL="457200" indent="0" algn="ctr" defTabSz="457200">
              <a:spcBef>
                <a:spcPct val="20000"/>
              </a:spcBef>
              <a:buFont typeface="Arial"/>
              <a:buNone/>
              <a:defRPr sz="2800" kern="1200">
                <a:solidFill>
                  <a:schemeClr val="tx1">
                    <a:tint val="75000"/>
                  </a:schemeClr>
                </a:solidFill>
                <a:latin typeface="+mn-lt"/>
                <a:ea typeface="+mn-lt"/>
                <a:cs typeface="+mn-lt"/>
              </a:defRPr>
            </a:lvl2pPr>
            <a:lvl3pPr marL="914400" indent="0" algn="ctr" defTabSz="457200">
              <a:spcBef>
                <a:spcPct val="20000"/>
              </a:spcBef>
              <a:buFont typeface="Arial"/>
              <a:buNone/>
              <a:defRPr sz="2400" kern="1200">
                <a:solidFill>
                  <a:schemeClr val="tx1">
                    <a:tint val="75000"/>
                  </a:schemeClr>
                </a:solidFill>
                <a:latin typeface="+mn-lt"/>
                <a:ea typeface="+mn-lt"/>
                <a:cs typeface="+mn-lt"/>
              </a:defRPr>
            </a:lvl3pPr>
            <a:lvl4pPr marL="1371600" indent="0" algn="ctr" defTabSz="457200">
              <a:spcBef>
                <a:spcPct val="20000"/>
              </a:spcBef>
              <a:buFont typeface="Arial"/>
              <a:buNone/>
              <a:defRPr sz="2000" kern="1200">
                <a:solidFill>
                  <a:schemeClr val="tx1">
                    <a:tint val="75000"/>
                  </a:schemeClr>
                </a:solidFill>
                <a:latin typeface="+mn-lt"/>
                <a:ea typeface="+mn-lt"/>
                <a:cs typeface="+mn-lt"/>
              </a:defRPr>
            </a:lvl4pPr>
            <a:lvl5pPr marL="1828800" indent="0" algn="ctr" defTabSz="457200">
              <a:spcBef>
                <a:spcPct val="20000"/>
              </a:spcBef>
              <a:buFont typeface="Arial"/>
              <a:buNone/>
              <a:defRPr sz="2000" kern="1200">
                <a:solidFill>
                  <a:schemeClr val="tx1">
                    <a:tint val="75000"/>
                  </a:schemeClr>
                </a:solidFill>
                <a:latin typeface="+mn-lt"/>
                <a:ea typeface="+mn-lt"/>
                <a:cs typeface="+mn-lt"/>
              </a:defRPr>
            </a:lvl5pPr>
            <a:lvl6pPr marL="2286000" indent="0" algn="ctr" defTabSz="457200">
              <a:spcBef>
                <a:spcPct val="20000"/>
              </a:spcBef>
              <a:buFont typeface="Arial"/>
              <a:buNone/>
              <a:defRPr sz="2000" kern="1200">
                <a:solidFill>
                  <a:schemeClr val="tx1">
                    <a:tint val="75000"/>
                  </a:schemeClr>
                </a:solidFill>
                <a:latin typeface="+mn-lt"/>
                <a:ea typeface="+mn-lt"/>
                <a:cs typeface="+mn-lt"/>
              </a:defRPr>
            </a:lvl6pPr>
            <a:lvl7pPr marL="2743200" indent="0" algn="ctr" defTabSz="457200">
              <a:spcBef>
                <a:spcPct val="20000"/>
              </a:spcBef>
              <a:buFont typeface="Arial"/>
              <a:buNone/>
              <a:defRPr sz="2000" kern="1200">
                <a:solidFill>
                  <a:schemeClr val="tx1">
                    <a:tint val="75000"/>
                  </a:schemeClr>
                </a:solidFill>
                <a:latin typeface="+mn-lt"/>
                <a:ea typeface="+mn-lt"/>
                <a:cs typeface="+mn-lt"/>
              </a:defRPr>
            </a:lvl7pPr>
            <a:lvl8pPr marL="3200400" indent="0" algn="ctr" defTabSz="457200">
              <a:spcBef>
                <a:spcPct val="20000"/>
              </a:spcBef>
              <a:buFont typeface="Arial"/>
              <a:buNone/>
              <a:defRPr sz="2000" kern="1200">
                <a:solidFill>
                  <a:schemeClr val="tx1">
                    <a:tint val="75000"/>
                  </a:schemeClr>
                </a:solidFill>
                <a:latin typeface="+mn-lt"/>
                <a:ea typeface="+mn-lt"/>
                <a:cs typeface="+mn-lt"/>
              </a:defRPr>
            </a:lvl8pPr>
            <a:lvl9pPr marL="3657600" indent="0" algn="ctr" defTabSz="457200">
              <a:spcBef>
                <a:spcPct val="20000"/>
              </a:spcBef>
              <a:buFont typeface="Arial"/>
              <a:buNone/>
              <a:defRPr sz="2000" kern="1200">
                <a:solidFill>
                  <a:schemeClr val="tx1">
                    <a:tint val="75000"/>
                  </a:schemeClr>
                </a:solidFill>
                <a:latin typeface="+mn-lt"/>
                <a:ea typeface="+mn-lt"/>
                <a:cs typeface="+mn-lt"/>
              </a:defRPr>
            </a:lvl9pPr>
          </a:lstStyle>
          <a:p xmlns:a="http://schemas.openxmlformats.org/drawingml/2006/main">
            <a:r>
              <a:rPr sz="2600"/>
              <a:t>1.4 The Kubernetes Ecosystem</a:t>
            </a:r>
          </a:p>
        </p:txBody>
      </p:sp>
    </p:spTree>
  </p:cSld>
</p:sldLayout>
</file>

<file path=ppt/slideLayouts/slideLayout2.xml><?xml version="1.0" encoding="utf-8"?>
<p:sldLayout xmlns:p="http://schemas.openxmlformats.org/presentationml/2006/main" preserve="1" userDrawn="1">
  <p:cSld name="2_Dual-Feed Slide &amp; Video Headshot">
    <p:spTree>
      <p:nvGrpSpPr>
        <p:cNvPr id="1" name=""/>
        <p:cNvGrpSpPr/>
        <p:nvPr/>
      </p:nvGrpSpPr>
      <p:grpSpPr>
        <a:xfrm xmlns:a="http://schemas.openxmlformats.org/drawingml/2006/main"/>
      </p:grpSpPr>
      <p:pic>
        <p:nvPicPr>
          <p:cNvPr id="16" name="Picture 4"/>
          <p:cNvPicPr>
            <a:picLocks xmlns:a="http://schemas.openxmlformats.org/drawingml/2006/main" noChangeAspect="1"/>
          </p:cNvPicPr>
          <p:nvPr/>
        </p:nvPicPr>
        <p:blipFill>
          <a:blip xmlns:r="http://schemas.openxmlformats.org/officeDocument/2006/relationships" xmlns:a="http://schemas.openxmlformats.org/drawingml/2006/main" r:embed="Rc577495573a44fb8"/>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
        <p:nvSpPr>
          <p:cNvPr id="6" name="Oval 5">
            <a:extLst xmlns:a="http://schemas.openxmlformats.org/drawingml/2006/main">
              <a:ext uri="{FF2B5EF4-FFF2-40B4-BE49-F238E27FC236}">
                <a16:creationId xmlns:a16="http://schemas.microsoft.com/office/drawing/2014/main" id="{9CC519E6-A1F1-6747-A3F6-20B949715D94}"/>
              </a:ext>
            </a:extLst>
          </p:cNvPr>
          <p:cNvSpPr>
            <a:spLocks xmlns:a="http://schemas.openxmlformats.org/drawingml/2006/main" noGrp="1"/>
          </p:cNvSpPr>
          <p:nvPr/>
        </p:nvSpPr>
        <p:spPr>
          <a:xfrm xmlns:a="http://schemas.openxmlformats.org/drawingml/2006/main">
            <a:off x="1321230" y="150921"/>
            <a:ext cx="2150772" cy="1868477"/>
          </a:xfrm>
          <a:prstGeom xmlns:a="http://schemas.openxmlformats.org/drawingml/2006/main" prst="ellipse">
            <a:avLst/>
          </a:prstGeom>
          <a:solidFill xmlns:a="http://schemas.openxmlformats.org/drawingml/2006/main">
            <a:schemeClr val="bg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ectangle 6">
            <a:extLst xmlns:a="http://schemas.openxmlformats.org/drawingml/2006/main">
              <a:ext uri="{FF2B5EF4-FFF2-40B4-BE49-F238E27FC236}">
                <a16:creationId xmlns:a16="http://schemas.microsoft.com/office/drawing/2014/main" id="{B17605FD-9760-4542-AA9A-73939422455B}"/>
              </a:ext>
            </a:extLst>
          </p:cNvPr>
          <p:cNvSpPr>
            <a:spLocks xmlns:a="http://schemas.openxmlformats.org/drawingml/2006/main" noGrp="1"/>
          </p:cNvSpPr>
          <p:nvPr/>
        </p:nvSpPr>
        <p:spPr>
          <a:xfrm xmlns:a="http://schemas.openxmlformats.org/drawingml/2006/main">
            <a:off x="0" y="0"/>
            <a:ext cx="2642461" cy="2677398"/>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ectangle 7">
            <a:extLst xmlns:a="http://schemas.openxmlformats.org/drawingml/2006/main">
              <a:ext uri="{FF2B5EF4-FFF2-40B4-BE49-F238E27FC236}">
                <a16:creationId xmlns:a16="http://schemas.microsoft.com/office/drawing/2014/main" id="{19C83BD3-B120-F546-94C9-3421EA0D53AB}"/>
              </a:ext>
            </a:extLst>
          </p:cNvPr>
          <p:cNvSpPr>
            <a:spLocks xmlns:a="http://schemas.openxmlformats.org/drawingml/2006/main" noGrp="1"/>
          </p:cNvSpPr>
          <p:nvPr/>
        </p:nvSpPr>
        <p:spPr>
          <a:xfrm xmlns:a="http://schemas.openxmlformats.org/drawingml/2006/main">
            <a:off x="10612" y="1116615"/>
            <a:ext cx="3739715" cy="346527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itle 1">
            <a:extLst xmlns:a="http://schemas.openxmlformats.org/drawingml/2006/main">
              <a:ext uri="{FF2B5EF4-FFF2-40B4-BE49-F238E27FC236}">
                <a16:creationId xmlns:a16="http://schemas.microsoft.com/office/drawing/2014/main" id="{FB1211D7-AC77-0040-827B-FD76A25CC725}"/>
              </a:ext>
            </a:extLst>
          </p:cNvPr>
          <p:cNvSpPr>
            <a:spLocks xmlns:a="http://schemas.openxmlformats.org/drawingml/2006/main" noGrp="1"/>
          </p:cNvSpPr>
          <p:nvPr/>
        </p:nvSpPr>
        <p:spPr>
          <a:xfrm xmlns:a="http://schemas.openxmlformats.org/drawingml/2006/main">
            <a:off x="3758076" y="94720"/>
            <a:ext cx="5505191" cy="658485"/>
          </a:xfrm>
          <a:prstGeom xmlns:a="http://schemas.openxmlformats.org/drawingml/2006/main" prst="rect">
            <a:avLst/>
          </a:prstGeom>
        </p:spPr>
        <p:txBody>
          <a:bodyPr xmlns:a="http://schemas.openxmlformats.org/drawingml/2006/main">
            <a:noAutofit/>
          </a:bodyPr>
          <a:lstStyle xmlns:a="http://schemas.openxmlformats.org/drawingml/2006/main">
            <a:lvl1pPr algn="l" defTabSz="457200">
              <a:spcBef>
                <a:spcPct val="0"/>
              </a:spcBef>
              <a:buNone/>
              <a:defRPr sz="3600" b="0" kern="1200" baseline="0">
                <a:solidFill>
                  <a:schemeClr val="tx1"/>
                </a:solidFill>
                <a:latin typeface="Segoe Pro"/>
                <a:ea typeface="Segoe Pro"/>
                <a:cs typeface="Segoe Pro"/>
              </a:defRPr>
            </a:lvl1pPr>
          </a:lstStyle>
          <a:p xmlns:a="http://schemas.openxmlformats.org/drawingml/2006/main">
            <a:r>
              <a:rPr sz="2600" b="1">
                <a:solidFill>
                  <a:schemeClr val="bg1"/>
                </a:solidFill>
              </a:rPr>
              <a:t>Lesson 1: Understanding Kubernetes</a:t>
            </a:r>
          </a:p>
        </p:txBody>
      </p:sp>
      <p:sp>
        <p:nvSpPr>
          <p:cNvPr id="10" name="Subtitle 2">
            <a:extLst xmlns:a="http://schemas.openxmlformats.org/drawingml/2006/main">
              <a:ext uri="{FF2B5EF4-FFF2-40B4-BE49-F238E27FC236}">
                <a16:creationId xmlns:a16="http://schemas.microsoft.com/office/drawing/2014/main" id="{E87FE959-2BAA-6442-9ACB-CB119AAA646D}"/>
              </a:ext>
            </a:extLst>
          </p:cNvPr>
          <p:cNvSpPr>
            <a:spLocks xmlns:a="http://schemas.openxmlformats.org/drawingml/2006/main" noGrp="1"/>
          </p:cNvSpPr>
          <p:nvPr/>
        </p:nvSpPr>
        <p:spPr>
          <a:xfrm xmlns:a="http://schemas.openxmlformats.org/drawingml/2006/main">
            <a:off x="3963033" y="1321449"/>
            <a:ext cx="4975395" cy="475548"/>
          </a:xfrm>
          <a:prstGeom xmlns:a="http://schemas.openxmlformats.org/drawingml/2006/main" prst="rect">
            <a:avLst/>
          </a:prstGeom>
        </p:spPr>
        <p:txBody>
          <a:bodyPr xmlns:a="http://schemas.openxmlformats.org/drawingml/2006/main" vert="horz" lIns="91440" tIns="45720" rIns="91440" bIns="45720">
            <a:noAutofit/>
          </a:bodyPr>
          <a:lstStyle xmlns:a="http://schemas.openxmlformats.org/drawingml/2006/main">
            <a:lvl1pPr marL="685800" indent="-630936" algn="l" defTabSz="457200">
              <a:spcBef>
                <a:spcPct val="20000"/>
              </a:spcBef>
              <a:buFont typeface="Arial"/>
              <a:buNone/>
              <a:tabLst>
                <a:tab pos="574675" algn="l"/>
              </a:tabLst>
              <a:defRPr sz="2800" b="0" kern="1200" baseline="0">
                <a:solidFill>
                  <a:srgbClr val="000000"/>
                </a:solidFill>
                <a:latin typeface="Segoe Pro"/>
                <a:ea typeface="Segoe Pro"/>
                <a:cs typeface="Segoe Pro"/>
              </a:defRPr>
            </a:lvl1pPr>
            <a:lvl2pPr marL="457200" indent="0" algn="ctr" defTabSz="457200">
              <a:spcBef>
                <a:spcPct val="20000"/>
              </a:spcBef>
              <a:buFont typeface="Arial"/>
              <a:buNone/>
              <a:defRPr sz="2800" kern="1200">
                <a:solidFill>
                  <a:schemeClr val="tx1">
                    <a:tint val="75000"/>
                  </a:schemeClr>
                </a:solidFill>
                <a:latin typeface="Segoe Pro"/>
                <a:ea typeface="Segoe Pro"/>
                <a:cs typeface="Segoe Pro"/>
              </a:defRPr>
            </a:lvl2pPr>
            <a:lvl3pPr marL="914400" indent="0" algn="ctr" defTabSz="457200">
              <a:spcBef>
                <a:spcPct val="20000"/>
              </a:spcBef>
              <a:buFont typeface="Arial"/>
              <a:buNone/>
              <a:defRPr sz="2400" kern="1200">
                <a:solidFill>
                  <a:schemeClr val="tx1">
                    <a:tint val="75000"/>
                  </a:schemeClr>
                </a:solidFill>
                <a:latin typeface="Segoe Pro"/>
                <a:ea typeface="Segoe Pro"/>
                <a:cs typeface="Segoe Pro"/>
              </a:defRPr>
            </a:lvl3pPr>
            <a:lvl4pPr marL="1371600" indent="0" algn="ctr" defTabSz="457200">
              <a:spcBef>
                <a:spcPct val="20000"/>
              </a:spcBef>
              <a:buFont typeface="Arial"/>
              <a:buNone/>
              <a:defRPr sz="2000" kern="1200">
                <a:solidFill>
                  <a:schemeClr val="tx1">
                    <a:tint val="75000"/>
                  </a:schemeClr>
                </a:solidFill>
                <a:latin typeface="Segoe Pro"/>
                <a:ea typeface="Segoe Pro"/>
                <a:cs typeface="Segoe Pro"/>
              </a:defRPr>
            </a:lvl4pPr>
            <a:lvl5pPr marL="1828800" indent="0" algn="ctr" defTabSz="457200">
              <a:spcBef>
                <a:spcPct val="20000"/>
              </a:spcBef>
              <a:buFont typeface="Arial"/>
              <a:buNone/>
              <a:defRPr sz="2000" kern="1200">
                <a:solidFill>
                  <a:schemeClr val="tx1">
                    <a:tint val="75000"/>
                  </a:schemeClr>
                </a:solidFill>
                <a:latin typeface="Segoe Pro"/>
                <a:ea typeface="Segoe Pro"/>
                <a:cs typeface="Segoe Pro"/>
              </a:defRPr>
            </a:lvl5pPr>
            <a:lvl6pPr marL="2286000" indent="0" algn="ctr" defTabSz="457200">
              <a:spcBef>
                <a:spcPct val="20000"/>
              </a:spcBef>
              <a:buFont typeface="Arial"/>
              <a:buNone/>
              <a:defRPr sz="2000" kern="1200">
                <a:solidFill>
                  <a:schemeClr val="tx1">
                    <a:tint val="75000"/>
                  </a:schemeClr>
                </a:solidFill>
                <a:latin typeface="+mn-lt"/>
                <a:ea typeface="+mn-lt"/>
                <a:cs typeface="+mn-lt"/>
              </a:defRPr>
            </a:lvl6pPr>
            <a:lvl7pPr marL="2743200" indent="0" algn="ctr" defTabSz="457200">
              <a:spcBef>
                <a:spcPct val="20000"/>
              </a:spcBef>
              <a:buFont typeface="Arial"/>
              <a:buNone/>
              <a:defRPr sz="2000" kern="1200">
                <a:solidFill>
                  <a:schemeClr val="tx1">
                    <a:tint val="75000"/>
                  </a:schemeClr>
                </a:solidFill>
                <a:latin typeface="+mn-lt"/>
                <a:ea typeface="+mn-lt"/>
                <a:cs typeface="+mn-lt"/>
              </a:defRPr>
            </a:lvl7pPr>
            <a:lvl8pPr marL="3200400" indent="0" algn="ctr" defTabSz="457200">
              <a:spcBef>
                <a:spcPct val="20000"/>
              </a:spcBef>
              <a:buFont typeface="Arial"/>
              <a:buNone/>
              <a:defRPr sz="2000" kern="1200">
                <a:solidFill>
                  <a:schemeClr val="tx1">
                    <a:tint val="75000"/>
                  </a:schemeClr>
                </a:solidFill>
                <a:latin typeface="+mn-lt"/>
                <a:ea typeface="+mn-lt"/>
                <a:cs typeface="+mn-lt"/>
              </a:defRPr>
            </a:lvl8pPr>
            <a:lvl9pPr marL="3657600" indent="0" algn="ctr" defTabSz="457200">
              <a:spcBef>
                <a:spcPct val="20000"/>
              </a:spcBef>
              <a:buFont typeface="Arial"/>
              <a:buNone/>
              <a:defRPr sz="2000" kern="1200">
                <a:solidFill>
                  <a:schemeClr val="tx1">
                    <a:tint val="75000"/>
                  </a:schemeClr>
                </a:solidFill>
                <a:latin typeface="+mn-lt"/>
                <a:ea typeface="+mn-lt"/>
                <a:cs typeface="+mn-lt"/>
              </a:defRPr>
            </a:lvl9pPr>
          </a:lstStyle>
          <a:p xmlns:a="http://schemas.openxmlformats.org/drawingml/2006/main">
            <a:r>
              <a:rPr sz="2600"/>
              <a:t>1.1 Understanding Containers</a:t>
            </a:r>
          </a:p>
        </p:txBody>
      </p:sp>
      <p:sp>
        <p:nvSpPr>
          <p:cNvPr id="11" name="Subtitle 2">
            <a:extLst xmlns:a="http://schemas.openxmlformats.org/drawingml/2006/main">
              <a:ext uri="{FF2B5EF4-FFF2-40B4-BE49-F238E27FC236}">
                <a16:creationId xmlns:a16="http://schemas.microsoft.com/office/drawing/2014/main" id="{E6CC7EA0-7EF0-0944-B1AC-0F3988B8C99C}"/>
              </a:ext>
            </a:extLst>
          </p:cNvPr>
          <p:cNvSpPr>
            <a:spLocks xmlns:a="http://schemas.openxmlformats.org/drawingml/2006/main" noGrp="1"/>
          </p:cNvSpPr>
          <p:nvPr/>
        </p:nvSpPr>
        <p:spPr>
          <a:xfrm xmlns:a="http://schemas.openxmlformats.org/drawingml/2006/main">
            <a:off x="3963032" y="2019398"/>
            <a:ext cx="4975395" cy="906683"/>
          </a:xfrm>
          <a:prstGeom xmlns:a="http://schemas.openxmlformats.org/drawingml/2006/main" prst="rect">
            <a:avLst/>
          </a:prstGeom>
        </p:spPr>
        <p:txBody>
          <a:bodyPr xmlns:a="http://schemas.openxmlformats.org/drawingml/2006/main" vert="horz" lIns="91440" tIns="45720" rIns="91440" bIns="45720">
            <a:noAutofit/>
          </a:bodyPr>
          <a:lstStyle xmlns:a="http://schemas.openxmlformats.org/drawingml/2006/main">
            <a:lvl1pPr marL="685800" indent="-630936" algn="l" defTabSz="457200">
              <a:spcBef>
                <a:spcPct val="20000"/>
              </a:spcBef>
              <a:buFont typeface="Arial"/>
              <a:buNone/>
              <a:tabLst>
                <a:tab pos="574675" algn="l"/>
              </a:tabLst>
              <a:defRPr sz="2800" b="0" kern="1200" baseline="0">
                <a:solidFill>
                  <a:srgbClr val="000000"/>
                </a:solidFill>
                <a:latin typeface="+mn-lt"/>
                <a:ea typeface="+mn-lt"/>
                <a:cs typeface="+mn-lt"/>
              </a:defRPr>
            </a:lvl1pPr>
            <a:lvl2pPr marL="457200" indent="0" algn="ctr" defTabSz="457200">
              <a:spcBef>
                <a:spcPct val="20000"/>
              </a:spcBef>
              <a:buFont typeface="Arial"/>
              <a:buNone/>
              <a:defRPr sz="2800" kern="1200">
                <a:solidFill>
                  <a:schemeClr val="tx1">
                    <a:tint val="75000"/>
                  </a:schemeClr>
                </a:solidFill>
                <a:latin typeface="+mn-lt"/>
                <a:ea typeface="+mn-lt"/>
                <a:cs typeface="+mn-lt"/>
              </a:defRPr>
            </a:lvl2pPr>
            <a:lvl3pPr marL="914400" indent="0" algn="ctr" defTabSz="457200">
              <a:spcBef>
                <a:spcPct val="20000"/>
              </a:spcBef>
              <a:buFont typeface="Arial"/>
              <a:buNone/>
              <a:defRPr sz="2400" kern="1200">
                <a:solidFill>
                  <a:schemeClr val="tx1">
                    <a:tint val="75000"/>
                  </a:schemeClr>
                </a:solidFill>
                <a:latin typeface="+mn-lt"/>
                <a:ea typeface="+mn-lt"/>
                <a:cs typeface="+mn-lt"/>
              </a:defRPr>
            </a:lvl3pPr>
            <a:lvl4pPr marL="1371600" indent="0" algn="ctr" defTabSz="457200">
              <a:spcBef>
                <a:spcPct val="20000"/>
              </a:spcBef>
              <a:buFont typeface="Arial"/>
              <a:buNone/>
              <a:defRPr sz="2000" kern="1200">
                <a:solidFill>
                  <a:schemeClr val="tx1">
                    <a:tint val="75000"/>
                  </a:schemeClr>
                </a:solidFill>
                <a:latin typeface="+mn-lt"/>
                <a:ea typeface="+mn-lt"/>
                <a:cs typeface="+mn-lt"/>
              </a:defRPr>
            </a:lvl4pPr>
            <a:lvl5pPr marL="1828800" indent="0" algn="ctr" defTabSz="457200">
              <a:spcBef>
                <a:spcPct val="20000"/>
              </a:spcBef>
              <a:buFont typeface="Arial"/>
              <a:buNone/>
              <a:defRPr sz="2000" kern="1200">
                <a:solidFill>
                  <a:schemeClr val="tx1">
                    <a:tint val="75000"/>
                  </a:schemeClr>
                </a:solidFill>
                <a:latin typeface="+mn-lt"/>
                <a:ea typeface="+mn-lt"/>
                <a:cs typeface="+mn-lt"/>
              </a:defRPr>
            </a:lvl5pPr>
            <a:lvl6pPr marL="2286000" indent="0" algn="ctr" defTabSz="457200">
              <a:spcBef>
                <a:spcPct val="20000"/>
              </a:spcBef>
              <a:buFont typeface="Arial"/>
              <a:buNone/>
              <a:defRPr sz="2000" kern="1200">
                <a:solidFill>
                  <a:schemeClr val="tx1">
                    <a:tint val="75000"/>
                  </a:schemeClr>
                </a:solidFill>
                <a:latin typeface="+mn-lt"/>
                <a:ea typeface="+mn-lt"/>
                <a:cs typeface="+mn-lt"/>
              </a:defRPr>
            </a:lvl6pPr>
            <a:lvl7pPr marL="2743200" indent="0" algn="ctr" defTabSz="457200">
              <a:spcBef>
                <a:spcPct val="20000"/>
              </a:spcBef>
              <a:buFont typeface="Arial"/>
              <a:buNone/>
              <a:defRPr sz="2000" kern="1200">
                <a:solidFill>
                  <a:schemeClr val="tx1">
                    <a:tint val="75000"/>
                  </a:schemeClr>
                </a:solidFill>
                <a:latin typeface="+mn-lt"/>
                <a:ea typeface="+mn-lt"/>
                <a:cs typeface="+mn-lt"/>
              </a:defRPr>
            </a:lvl7pPr>
            <a:lvl8pPr marL="3200400" indent="0" algn="ctr" defTabSz="457200">
              <a:spcBef>
                <a:spcPct val="20000"/>
              </a:spcBef>
              <a:buFont typeface="Arial"/>
              <a:buNone/>
              <a:defRPr sz="2000" kern="1200">
                <a:solidFill>
                  <a:schemeClr val="tx1">
                    <a:tint val="75000"/>
                  </a:schemeClr>
                </a:solidFill>
                <a:latin typeface="+mn-lt"/>
                <a:ea typeface="+mn-lt"/>
                <a:cs typeface="+mn-lt"/>
              </a:defRPr>
            </a:lvl8pPr>
            <a:lvl9pPr marL="3657600" indent="0" algn="ctr" defTabSz="457200">
              <a:spcBef>
                <a:spcPct val="20000"/>
              </a:spcBef>
              <a:buFont typeface="Arial"/>
              <a:buNone/>
              <a:defRPr sz="2000" kern="1200">
                <a:solidFill>
                  <a:schemeClr val="tx1">
                    <a:tint val="75000"/>
                  </a:schemeClr>
                </a:solidFill>
                <a:latin typeface="+mn-lt"/>
                <a:ea typeface="+mn-lt"/>
                <a:cs typeface="+mn-lt"/>
              </a:defRPr>
            </a:lvl9pPr>
          </a:lstStyle>
          <a:p xmlns:a="http://schemas.openxmlformats.org/drawingml/2006/main">
            <a:r>
              <a:rPr sz="2600"/>
              <a:t>1.2 Containers in Corporate </a:t>
            </a:r>
          </a:p>
          <a:p xmlns:a="http://schemas.openxmlformats.org/drawingml/2006/main">
            <a:r>
              <a:rPr sz="2600"/>
              <a:t>       Environments</a:t>
            </a:r>
          </a:p>
        </p:txBody>
      </p:sp>
      <p:sp>
        <p:nvSpPr>
          <p:cNvPr id="12" name="Subtitle 2">
            <a:extLst xmlns:a="http://schemas.openxmlformats.org/drawingml/2006/main">
              <a:ext uri="{FF2B5EF4-FFF2-40B4-BE49-F238E27FC236}">
                <a16:creationId xmlns:a16="http://schemas.microsoft.com/office/drawing/2014/main" id="{9CD342B2-D10F-6D48-A74A-EF1E126A51B7}"/>
              </a:ext>
            </a:extLst>
          </p:cNvPr>
          <p:cNvSpPr>
            <a:spLocks xmlns:a="http://schemas.openxmlformats.org/drawingml/2006/main" noGrp="1"/>
          </p:cNvSpPr>
          <p:nvPr/>
        </p:nvSpPr>
        <p:spPr>
          <a:xfrm xmlns:a="http://schemas.openxmlformats.org/drawingml/2006/main">
            <a:off x="3963031" y="3148482"/>
            <a:ext cx="4975395" cy="432317"/>
          </a:xfrm>
          <a:prstGeom xmlns:a="http://schemas.openxmlformats.org/drawingml/2006/main" prst="rect">
            <a:avLst/>
          </a:prstGeom>
        </p:spPr>
        <p:txBody>
          <a:bodyPr xmlns:a="http://schemas.openxmlformats.org/drawingml/2006/main" vert="horz" lIns="91440" tIns="45720" rIns="91440" bIns="45720">
            <a:noAutofit/>
          </a:bodyPr>
          <a:lstStyle xmlns:a="http://schemas.openxmlformats.org/drawingml/2006/main">
            <a:lvl1pPr marL="685800" indent="-630936" algn="l" defTabSz="457200">
              <a:spcBef>
                <a:spcPct val="20000"/>
              </a:spcBef>
              <a:buFont typeface="Arial"/>
              <a:buNone/>
              <a:tabLst>
                <a:tab pos="574675" algn="l"/>
              </a:tabLst>
              <a:defRPr sz="2800" b="0" kern="1200" baseline="0">
                <a:solidFill>
                  <a:srgbClr val="000000"/>
                </a:solidFill>
                <a:latin typeface="+mn-lt"/>
                <a:ea typeface="+mn-lt"/>
                <a:cs typeface="+mn-lt"/>
              </a:defRPr>
            </a:lvl1pPr>
            <a:lvl2pPr marL="457200" indent="0" algn="ctr" defTabSz="457200">
              <a:spcBef>
                <a:spcPct val="20000"/>
              </a:spcBef>
              <a:buFont typeface="Arial"/>
              <a:buNone/>
              <a:defRPr sz="2800" kern="1200">
                <a:solidFill>
                  <a:schemeClr val="tx1">
                    <a:tint val="75000"/>
                  </a:schemeClr>
                </a:solidFill>
                <a:latin typeface="+mn-lt"/>
                <a:ea typeface="+mn-lt"/>
                <a:cs typeface="+mn-lt"/>
              </a:defRPr>
            </a:lvl2pPr>
            <a:lvl3pPr marL="914400" indent="0" algn="ctr" defTabSz="457200">
              <a:spcBef>
                <a:spcPct val="20000"/>
              </a:spcBef>
              <a:buFont typeface="Arial"/>
              <a:buNone/>
              <a:defRPr sz="2400" kern="1200">
                <a:solidFill>
                  <a:schemeClr val="tx1">
                    <a:tint val="75000"/>
                  </a:schemeClr>
                </a:solidFill>
                <a:latin typeface="+mn-lt"/>
                <a:ea typeface="+mn-lt"/>
                <a:cs typeface="+mn-lt"/>
              </a:defRPr>
            </a:lvl3pPr>
            <a:lvl4pPr marL="1371600" indent="0" algn="ctr" defTabSz="457200">
              <a:spcBef>
                <a:spcPct val="20000"/>
              </a:spcBef>
              <a:buFont typeface="Arial"/>
              <a:buNone/>
              <a:defRPr sz="2000" kern="1200">
                <a:solidFill>
                  <a:schemeClr val="tx1">
                    <a:tint val="75000"/>
                  </a:schemeClr>
                </a:solidFill>
                <a:latin typeface="+mn-lt"/>
                <a:ea typeface="+mn-lt"/>
                <a:cs typeface="+mn-lt"/>
              </a:defRPr>
            </a:lvl4pPr>
            <a:lvl5pPr marL="1828800" indent="0" algn="ctr" defTabSz="457200">
              <a:spcBef>
                <a:spcPct val="20000"/>
              </a:spcBef>
              <a:buFont typeface="Arial"/>
              <a:buNone/>
              <a:defRPr sz="2000" kern="1200">
                <a:solidFill>
                  <a:schemeClr val="tx1">
                    <a:tint val="75000"/>
                  </a:schemeClr>
                </a:solidFill>
                <a:latin typeface="+mn-lt"/>
                <a:ea typeface="+mn-lt"/>
                <a:cs typeface="+mn-lt"/>
              </a:defRPr>
            </a:lvl5pPr>
            <a:lvl6pPr marL="2286000" indent="0" algn="ctr" defTabSz="457200">
              <a:spcBef>
                <a:spcPct val="20000"/>
              </a:spcBef>
              <a:buFont typeface="Arial"/>
              <a:buNone/>
              <a:defRPr sz="2000" kern="1200">
                <a:solidFill>
                  <a:schemeClr val="tx1">
                    <a:tint val="75000"/>
                  </a:schemeClr>
                </a:solidFill>
                <a:latin typeface="+mn-lt"/>
                <a:ea typeface="+mn-lt"/>
                <a:cs typeface="+mn-lt"/>
              </a:defRPr>
            </a:lvl6pPr>
            <a:lvl7pPr marL="2743200" indent="0" algn="ctr" defTabSz="457200">
              <a:spcBef>
                <a:spcPct val="20000"/>
              </a:spcBef>
              <a:buFont typeface="Arial"/>
              <a:buNone/>
              <a:defRPr sz="2000" kern="1200">
                <a:solidFill>
                  <a:schemeClr val="tx1">
                    <a:tint val="75000"/>
                  </a:schemeClr>
                </a:solidFill>
                <a:latin typeface="+mn-lt"/>
                <a:ea typeface="+mn-lt"/>
                <a:cs typeface="+mn-lt"/>
              </a:defRPr>
            </a:lvl7pPr>
            <a:lvl8pPr marL="3200400" indent="0" algn="ctr" defTabSz="457200">
              <a:spcBef>
                <a:spcPct val="20000"/>
              </a:spcBef>
              <a:buFont typeface="Arial"/>
              <a:buNone/>
              <a:defRPr sz="2000" kern="1200">
                <a:solidFill>
                  <a:schemeClr val="tx1">
                    <a:tint val="75000"/>
                  </a:schemeClr>
                </a:solidFill>
                <a:latin typeface="+mn-lt"/>
                <a:ea typeface="+mn-lt"/>
                <a:cs typeface="+mn-lt"/>
              </a:defRPr>
            </a:lvl8pPr>
            <a:lvl9pPr marL="3657600" indent="0" algn="ctr" defTabSz="457200">
              <a:spcBef>
                <a:spcPct val="20000"/>
              </a:spcBef>
              <a:buFont typeface="Arial"/>
              <a:buNone/>
              <a:defRPr sz="2000" kern="1200">
                <a:solidFill>
                  <a:schemeClr val="tx1">
                    <a:tint val="75000"/>
                  </a:schemeClr>
                </a:solidFill>
                <a:latin typeface="+mn-lt"/>
                <a:ea typeface="+mn-lt"/>
                <a:cs typeface="+mn-lt"/>
              </a:defRPr>
            </a:lvl9pPr>
          </a:lstStyle>
          <a:p xmlns:a="http://schemas.openxmlformats.org/drawingml/2006/main">
            <a:r>
              <a:rPr sz="2600"/>
              <a:t>1.3 The Rise of Kubernetes</a:t>
            </a:r>
          </a:p>
        </p:txBody>
      </p:sp>
      <p:sp>
        <p:nvSpPr>
          <p:cNvPr id="13" name="Subtitle 2">
            <a:extLst xmlns:a="http://schemas.openxmlformats.org/drawingml/2006/main">
              <a:ext uri="{FF2B5EF4-FFF2-40B4-BE49-F238E27FC236}">
                <a16:creationId xmlns:a16="http://schemas.microsoft.com/office/drawing/2014/main" id="{53244D6A-E26C-2D4A-A946-D595B1B11FE3}"/>
              </a:ext>
            </a:extLst>
          </p:cNvPr>
          <p:cNvSpPr>
            <a:spLocks xmlns:a="http://schemas.openxmlformats.org/drawingml/2006/main" noGrp="1"/>
          </p:cNvSpPr>
          <p:nvPr/>
        </p:nvSpPr>
        <p:spPr>
          <a:xfrm xmlns:a="http://schemas.openxmlformats.org/drawingml/2006/main">
            <a:off x="3963031" y="3803200"/>
            <a:ext cx="4975395" cy="432317"/>
          </a:xfrm>
          <a:prstGeom xmlns:a="http://schemas.openxmlformats.org/drawingml/2006/main" prst="rect">
            <a:avLst/>
          </a:prstGeom>
        </p:spPr>
        <p:txBody>
          <a:bodyPr xmlns:a="http://schemas.openxmlformats.org/drawingml/2006/main" vert="horz" lIns="91440" tIns="45720" rIns="91440" bIns="45720">
            <a:noAutofit/>
          </a:bodyPr>
          <a:lstStyle xmlns:a="http://schemas.openxmlformats.org/drawingml/2006/main">
            <a:lvl1pPr marL="685800" indent="-630936" algn="l" defTabSz="457200">
              <a:spcBef>
                <a:spcPct val="20000"/>
              </a:spcBef>
              <a:buFont typeface="Arial"/>
              <a:buNone/>
              <a:tabLst>
                <a:tab pos="574675" algn="l"/>
              </a:tabLst>
              <a:defRPr sz="2800" b="0" kern="1200" baseline="0">
                <a:solidFill>
                  <a:srgbClr val="000000"/>
                </a:solidFill>
                <a:latin typeface="+mn-lt"/>
                <a:ea typeface="+mn-lt"/>
                <a:cs typeface="+mn-lt"/>
              </a:defRPr>
            </a:lvl1pPr>
            <a:lvl2pPr marL="457200" indent="0" algn="ctr" defTabSz="457200">
              <a:spcBef>
                <a:spcPct val="20000"/>
              </a:spcBef>
              <a:buFont typeface="Arial"/>
              <a:buNone/>
              <a:defRPr sz="2800" kern="1200">
                <a:solidFill>
                  <a:schemeClr val="tx1">
                    <a:tint val="75000"/>
                  </a:schemeClr>
                </a:solidFill>
                <a:latin typeface="+mn-lt"/>
                <a:ea typeface="+mn-lt"/>
                <a:cs typeface="+mn-lt"/>
              </a:defRPr>
            </a:lvl2pPr>
            <a:lvl3pPr marL="914400" indent="0" algn="ctr" defTabSz="457200">
              <a:spcBef>
                <a:spcPct val="20000"/>
              </a:spcBef>
              <a:buFont typeface="Arial"/>
              <a:buNone/>
              <a:defRPr sz="2400" kern="1200">
                <a:solidFill>
                  <a:schemeClr val="tx1">
                    <a:tint val="75000"/>
                  </a:schemeClr>
                </a:solidFill>
                <a:latin typeface="+mn-lt"/>
                <a:ea typeface="+mn-lt"/>
                <a:cs typeface="+mn-lt"/>
              </a:defRPr>
            </a:lvl3pPr>
            <a:lvl4pPr marL="1371600" indent="0" algn="ctr" defTabSz="457200">
              <a:spcBef>
                <a:spcPct val="20000"/>
              </a:spcBef>
              <a:buFont typeface="Arial"/>
              <a:buNone/>
              <a:defRPr sz="2000" kern="1200">
                <a:solidFill>
                  <a:schemeClr val="tx1">
                    <a:tint val="75000"/>
                  </a:schemeClr>
                </a:solidFill>
                <a:latin typeface="+mn-lt"/>
                <a:ea typeface="+mn-lt"/>
                <a:cs typeface="+mn-lt"/>
              </a:defRPr>
            </a:lvl4pPr>
            <a:lvl5pPr marL="1828800" indent="0" algn="ctr" defTabSz="457200">
              <a:spcBef>
                <a:spcPct val="20000"/>
              </a:spcBef>
              <a:buFont typeface="Arial"/>
              <a:buNone/>
              <a:defRPr sz="2000" kern="1200">
                <a:solidFill>
                  <a:schemeClr val="tx1">
                    <a:tint val="75000"/>
                  </a:schemeClr>
                </a:solidFill>
                <a:latin typeface="+mn-lt"/>
                <a:ea typeface="+mn-lt"/>
                <a:cs typeface="+mn-lt"/>
              </a:defRPr>
            </a:lvl5pPr>
            <a:lvl6pPr marL="2286000" indent="0" algn="ctr" defTabSz="457200">
              <a:spcBef>
                <a:spcPct val="20000"/>
              </a:spcBef>
              <a:buFont typeface="Arial"/>
              <a:buNone/>
              <a:defRPr sz="2000" kern="1200">
                <a:solidFill>
                  <a:schemeClr val="tx1">
                    <a:tint val="75000"/>
                  </a:schemeClr>
                </a:solidFill>
                <a:latin typeface="+mn-lt"/>
                <a:ea typeface="+mn-lt"/>
                <a:cs typeface="+mn-lt"/>
              </a:defRPr>
            </a:lvl6pPr>
            <a:lvl7pPr marL="2743200" indent="0" algn="ctr" defTabSz="457200">
              <a:spcBef>
                <a:spcPct val="20000"/>
              </a:spcBef>
              <a:buFont typeface="Arial"/>
              <a:buNone/>
              <a:defRPr sz="2000" kern="1200">
                <a:solidFill>
                  <a:schemeClr val="tx1">
                    <a:tint val="75000"/>
                  </a:schemeClr>
                </a:solidFill>
                <a:latin typeface="+mn-lt"/>
                <a:ea typeface="+mn-lt"/>
                <a:cs typeface="+mn-lt"/>
              </a:defRPr>
            </a:lvl7pPr>
            <a:lvl8pPr marL="3200400" indent="0" algn="ctr" defTabSz="457200">
              <a:spcBef>
                <a:spcPct val="20000"/>
              </a:spcBef>
              <a:buFont typeface="Arial"/>
              <a:buNone/>
              <a:defRPr sz="2000" kern="1200">
                <a:solidFill>
                  <a:schemeClr val="tx1">
                    <a:tint val="75000"/>
                  </a:schemeClr>
                </a:solidFill>
                <a:latin typeface="+mn-lt"/>
                <a:ea typeface="+mn-lt"/>
                <a:cs typeface="+mn-lt"/>
              </a:defRPr>
            </a:lvl8pPr>
            <a:lvl9pPr marL="3657600" indent="0" algn="ctr" defTabSz="457200">
              <a:spcBef>
                <a:spcPct val="20000"/>
              </a:spcBef>
              <a:buFont typeface="Arial"/>
              <a:buNone/>
              <a:defRPr sz="2000" kern="1200">
                <a:solidFill>
                  <a:schemeClr val="tx1">
                    <a:tint val="75000"/>
                  </a:schemeClr>
                </a:solidFill>
                <a:latin typeface="+mn-lt"/>
                <a:ea typeface="+mn-lt"/>
                <a:cs typeface="+mn-lt"/>
              </a:defRPr>
            </a:lvl9pPr>
          </a:lstStyle>
          <a:p xmlns:a="http://schemas.openxmlformats.org/drawingml/2006/main">
            <a:r>
              <a:rPr sz="2600"/>
              <a:t>1.4 The Kubernetes Ecosystem</a:t>
            </a:r>
          </a:p>
        </p:txBody>
      </p:sp>
      <p:pic>
        <p:nvPicPr>
          <p:cNvPr id="25" name="Picture 13"/>
          <p:cNvPicPr>
            <a:picLocks xmlns:a="http://schemas.openxmlformats.org/drawingml/2006/main" noChangeAspect="1"/>
          </p:cNvPicPr>
          <p:nvPr/>
        </p:nvPicPr>
        <p:blipFill>
          <a:blip xmlns:r="http://schemas.openxmlformats.org/officeDocument/2006/relationships" xmlns:a="http://schemas.openxmlformats.org/drawingml/2006/main" r:embed="R79893dcc6fa242bf"/>
          <a:stretch xmlns:a="http://schemas.openxmlformats.org/drawingml/2006/main">
            <a:fillRect l="0" t="0" r="0" b="0"/>
          </a:stretch>
        </p:blipFill>
        <p:spPr>
          <a:xfrm xmlns:a="http://schemas.openxmlformats.org/drawingml/2006/main">
            <a:off x="303336" y="1523583"/>
            <a:ext cx="3446991" cy="2096334"/>
          </a:xfrm>
          <a:prstGeom xmlns:a="http://schemas.openxmlformats.org/drawingml/2006/main" prst="rect">
            <a:avLst/>
          </a:prstGeom>
          <a:effectLst xmlns:a="http://schemas.openxmlformats.org/drawingml/2006/main">
            <a:outerShdw blurRad="50800" dist="38100" dir="5400000" algn="t" rotWithShape="0">
              <a:prstClr val="black">
                <a:alpha val="40000"/>
              </a:prstClr>
            </a:outerShdw>
          </a:effectLst>
        </p:spPr>
      </p:pic>
    </p:spTree>
  </p:cSld>
</p:sldLayout>
</file>

<file path=ppt/slideLayouts/slideLayout3.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pic>
        <p:nvPicPr>
          <p:cNvPr id="9" name="Picture 4"/>
          <p:cNvPicPr>
            <a:picLocks xmlns:a="http://schemas.openxmlformats.org/drawingml/2006/main" noChangeAspect="1"/>
          </p:cNvPicPr>
          <p:nvPr/>
        </p:nvPicPr>
        <p:blipFill>
          <a:blip xmlns:r="http://schemas.openxmlformats.org/officeDocument/2006/relationships" xmlns:a="http://schemas.openxmlformats.org/drawingml/2006/main" r:embed="Rba707a083cce4c90"/>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A0DC2142-DBA3-437A-B8A2-DBACCB79BB9E}"/>
              </a:ext>
            </a:extLst>
          </p:cNvPr>
          <p:cNvSpPr>
            <a:spLocks xmlns:a="http://schemas.openxmlformats.org/drawingml/2006/main" noGrp="1"/>
          </p:cNvSpPr>
          <p:nvPr>
            <p:ph type="ctrTitle" idx="0" hasCustomPrompt="1"/>
          </p:nvPr>
        </p:nvSpPr>
        <p:spPr>
          <a:xfrm xmlns:a="http://schemas.openxmlformats.org/drawingml/2006/main">
            <a:off x="3836832" y="1597819"/>
            <a:ext cx="4975394" cy="1102519"/>
          </a:xfrm>
          <a:prstGeom xmlns:a="http://schemas.openxmlformats.org/drawingml/2006/main" prst="rect">
            <a:avLst/>
          </a:prstGeom>
        </p:spPr>
        <p:txBody>
          <a:bodyPr xmlns:a="http://schemas.openxmlformats.org/drawingml/2006/main">
            <a:noAutofit/>
          </a:bodyPr>
          <a:lstStyle xmlns:a="http://schemas.openxmlformats.org/drawingml/2006/main">
            <a:lvl1pPr algn="l">
              <a:buNone/>
              <a:defRPr sz="3600" b="0" baseline="0">
                <a:solidFill>
                  <a:schemeClr val="tx1"/>
                </a:solidFill>
                <a:latin typeface="Segoe Pro"/>
                <a:ea typeface="Segoe Pro"/>
                <a:cs typeface="Segoe Pro"/>
              </a:defRPr>
            </a:lvl1pPr>
          </a:lstStyle>
          <a:p xmlns:a="http://schemas.openxmlformats.org/drawingml/2006/main">
            <a:r>
              <a:t>Lesson #: Lesson Name</a:t>
            </a:r>
          </a:p>
        </p:txBody>
      </p:sp>
      <p:sp>
        <p:nvSpPr>
          <p:cNvPr id="3" name="Subtitle 2">
            <a:extLst xmlns:a="http://schemas.openxmlformats.org/drawingml/2006/main">
              <a:ext uri="{FF2B5EF4-FFF2-40B4-BE49-F238E27FC236}">
                <a16:creationId xmlns:a16="http://schemas.microsoft.com/office/drawing/2014/main" id="{65333D90-0FA9-46ED-8174-E5647A73B919}"/>
              </a:ext>
            </a:extLst>
          </p:cNvPr>
          <p:cNvSpPr>
            <a:spLocks xmlns:a="http://schemas.openxmlformats.org/drawingml/2006/main" noGrp="1"/>
          </p:cNvSpPr>
          <p:nvPr>
            <p:ph type="subTitle" idx="1" hasCustomPrompt="1"/>
          </p:nvPr>
        </p:nvSpPr>
        <p:spPr>
          <a:xfrm xmlns:a="http://schemas.openxmlformats.org/drawingml/2006/main">
            <a:off x="3836831" y="2788538"/>
            <a:ext cx="4975395" cy="1314450"/>
          </a:xfrm>
        </p:spPr>
        <p:txBody>
          <a:bodyPr xmlns:a="http://schemas.openxmlformats.org/drawingml/2006/main">
            <a:normAutofit/>
          </a:bodyPr>
          <a:lstStyle xmlns:a="http://schemas.openxmlformats.org/drawingml/2006/main">
            <a:lvl1pPr marL="685800" indent="-630936" algn="l">
              <a:buNone/>
              <a:tabLst>
                <a:tab pos="574675" algn="l"/>
              </a:tabLst>
              <a:defRPr sz="2800" b="0" baseline="0">
                <a:solidFill>
                  <a:srgbClr val="00000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 	Learning objective or      Sub-lesson Title</a:t>
            </a:r>
          </a:p>
        </p:txBody>
      </p:sp>
      <p:pic>
        <p:nvPicPr>
          <p:cNvPr id="12" name="Picture 3"/>
          <p:cNvPicPr>
            <a:picLocks xmlns:a="http://schemas.openxmlformats.org/drawingml/2006/main" noChangeAspect="1"/>
          </p:cNvPicPr>
          <p:nvPr/>
        </p:nvPicPr>
        <p:blipFill>
          <a:blip xmlns:r="http://schemas.openxmlformats.org/officeDocument/2006/relationships" xmlns:a="http://schemas.openxmlformats.org/drawingml/2006/main" r:embed="R0731ef73ef344bbd"/>
          <a:stretch xmlns:a="http://schemas.openxmlformats.org/drawingml/2006/main">
            <a:fillRect l="0" t="0" r="0" b="0"/>
          </a:stretch>
        </p:blipFill>
        <p:spPr>
          <a:xfrm xmlns:a="http://schemas.openxmlformats.org/drawingml/2006/main">
            <a:off x="156754" y="4741818"/>
            <a:ext cx="901337" cy="281552"/>
          </a:xfrm>
          <a:prstGeom xmlns:a="http://schemas.openxmlformats.org/drawingml/2006/main" prst="rect">
            <a:avLst/>
          </a:prstGeom>
        </p:spPr>
      </p:pic>
      <p:pic>
        <p:nvPicPr>
          <p:cNvPr id="13" name="Picture 6"/>
          <p:cNvPicPr>
            <a:picLocks xmlns:a="http://schemas.openxmlformats.org/drawingml/2006/main" noChangeAspect="1"/>
          </p:cNvPicPr>
          <p:nvPr/>
        </p:nvPicPr>
        <p:blipFill>
          <a:blip xmlns:r="http://schemas.openxmlformats.org/officeDocument/2006/relationships" xmlns:a="http://schemas.openxmlformats.org/drawingml/2006/main" r:embed="R229d67c4f3a040a2"/>
          <a:stretch xmlns:a="http://schemas.openxmlformats.org/drawingml/2006/main">
            <a:fillRect l="0" t="0" r="0" b="0"/>
          </a:stretch>
        </p:blipFill>
        <p:spPr>
          <a:xfrm xmlns:a="http://schemas.openxmlformats.org/drawingml/2006/main">
            <a:off x="978265" y="953484"/>
            <a:ext cx="771429" cy="1746853"/>
          </a:xfrm>
          <a:prstGeom xmlns:a="http://schemas.openxmlformats.org/drawingml/2006/main" prst="rect">
            <a:avLst/>
          </a:prstGeom>
        </p:spPr>
      </p:pic>
      <p:pic>
        <p:nvPicPr>
          <p:cNvPr id="14" name="Picture 8"/>
          <p:cNvPicPr>
            <a:picLocks xmlns:a="http://schemas.openxmlformats.org/drawingml/2006/main" noChangeAspect="1"/>
          </p:cNvPicPr>
          <p:nvPr/>
        </p:nvPicPr>
        <p:blipFill>
          <a:blip xmlns:r="http://schemas.openxmlformats.org/officeDocument/2006/relationships" xmlns:a="http://schemas.openxmlformats.org/drawingml/2006/main" r:embed="R229d67c4f3a040a2"/>
          <a:stretch xmlns:a="http://schemas.openxmlformats.org/drawingml/2006/main">
            <a:fillRect l="0" t="0" r="0" b="0"/>
          </a:stretch>
        </p:blipFill>
        <p:spPr>
          <a:xfrm xmlns:a="http://schemas.openxmlformats.org/drawingml/2006/main">
            <a:off x="1529867" y="1226900"/>
            <a:ext cx="1198092" cy="1173400"/>
          </a:xfrm>
          <a:prstGeom xmlns:a="http://schemas.openxmlformats.org/drawingml/2006/main" prst="rect">
            <a:avLst/>
          </a:prstGeom>
        </p:spPr>
      </p:pic>
      <p:pic>
        <p:nvPicPr>
          <p:cNvPr id="15" name="Picture 11"/>
          <p:cNvPicPr>
            <a:picLocks xmlns:a="http://schemas.openxmlformats.org/drawingml/2006/main" noChangeAspect="1"/>
          </p:cNvPicPr>
          <p:nvPr/>
        </p:nvPicPr>
        <p:blipFill>
          <a:blip xmlns:r="http://schemas.openxmlformats.org/officeDocument/2006/relationships" xmlns:a="http://schemas.openxmlformats.org/drawingml/2006/main" r:embed="Rd476588994784ebb"/>
          <a:stretch xmlns:a="http://schemas.openxmlformats.org/drawingml/2006/main">
            <a:fillRect l="0" t="0" r="0" b="0"/>
          </a:stretch>
        </p:blipFill>
        <p:spPr>
          <a:xfrm xmlns:a="http://schemas.openxmlformats.org/drawingml/2006/main">
            <a:off x="809803" y="1053105"/>
            <a:ext cx="1901382" cy="1537695"/>
          </a:xfrm>
          <a:prstGeom xmlns:a="http://schemas.openxmlformats.org/drawingml/2006/main" prst="rect">
            <a:avLst/>
          </a:prstGeom>
        </p:spPr>
      </p:pic>
    </p:spTree>
  </p:cSld>
</p:sldLayout>
</file>

<file path=ppt/slideLayouts/slideLayout4.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pic>
        <p:nvPicPr>
          <p:cNvPr id="6" name="Picture 5"/>
          <p:cNvPicPr>
            <a:picLocks xmlns:a="http://schemas.openxmlformats.org/drawingml/2006/main" noChangeAspect="1"/>
          </p:cNvPicPr>
          <p:nvPr/>
        </p:nvPicPr>
        <p:blipFill>
          <a:blip xmlns:r="http://schemas.openxmlformats.org/officeDocument/2006/relationships" xmlns:a="http://schemas.openxmlformats.org/drawingml/2006/main" r:embed="R3bdcd6ebe7df4f46"/>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84F0C8C3-C175-4850-B709-699476ADE9E6}"/>
              </a:ext>
            </a:extLst>
          </p:cNvPr>
          <p:cNvSpPr>
            <a:spLocks xmlns:a="http://schemas.openxmlformats.org/drawingml/2006/main" noGrp="1"/>
          </p:cNvSpPr>
          <p:nvPr>
            <p:ph type="title" idx="0"/>
          </p:nvPr>
        </p:nvSpPr>
        <p:spPr>
          <a:xfrm xmlns:a="http://schemas.openxmlformats.org/drawingml/2006/main">
            <a:off x="1138620" y="-57149"/>
            <a:ext cx="7548179" cy="560552"/>
          </a:xfrm>
          <a:prstGeom xmlns:a="http://schemas.openxmlformats.org/drawingml/2006/main" prst="rect">
            <a:avLst/>
          </a:prstGeom>
        </p:spPr>
        <p:txBody>
          <a:bodyPr xmlns:a="http://schemas.openxmlformats.org/drawingml/2006/main">
            <a:noAutofit/>
          </a:bodyPr>
          <a:lstStyle xmlns:a="http://schemas.openxmlformats.org/drawingml/2006/main">
            <a:lvl1pPr algn="l">
              <a:buNone/>
              <a:defRPr sz="3600">
                <a:solidFill>
                  <a:srgbClr val="FFFFFF"/>
                </a:solidFill>
                <a:latin typeface="Segoe Pro"/>
                <a:ea typeface="Segoe Pro"/>
                <a:cs typeface="Segoe Pro"/>
              </a:defRPr>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2524886-62D6-46C7-BE15-FDDAB425B31E}"/>
              </a:ext>
            </a:extLst>
          </p:cNvPr>
          <p:cNvSpPr>
            <a:spLocks xmlns:a="http://schemas.openxmlformats.org/drawingml/2006/main" noGrp="1"/>
          </p:cNvSpPr>
          <p:nvPr>
            <p:ph idx="1"/>
          </p:nvPr>
        </p:nvSpPr>
        <p:spPr>
          <a:xfrm xmlns:a="http://schemas.openxmlformats.org/drawingml/2006/main">
            <a:off x="1147379" y="814771"/>
            <a:ext cx="6839712" cy="3547021"/>
          </a:xfrm>
        </p:spPr>
        <p:txBody>
          <a:bodyPr xmlns:a="http://schemas.openxmlformats.org/drawingml/2006/main">
            <a:noAutofit/>
          </a:bodyPr>
          <a:lstStyle xmlns:a="http://schemas.openxmlformats.org/drawingml/2006/main">
            <a:lvl1pPr>
              <a:buNone/>
              <a:defRPr sz="2200"/>
            </a:lvl1pPr>
            <a:lvl2pPr>
              <a:buNone/>
              <a:defRPr sz="2000"/>
            </a:lvl2pPr>
            <a:lvl3pPr>
              <a:buNone/>
              <a:defRPr sz="1800"/>
            </a:lvl3pPr>
            <a:lvl4pPr>
              <a:buNone/>
              <a:defRPr sz="1800"/>
            </a:lvl4pPr>
            <a:lvl5pPr>
              <a:buNone/>
              <a:defRPr sz="18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pic>
        <p:nvPicPr>
          <p:cNvPr id="9" name="Picture 3"/>
          <p:cNvPicPr>
            <a:picLocks xmlns:a="http://schemas.openxmlformats.org/drawingml/2006/main" noChangeAspect="1"/>
          </p:cNvPicPr>
          <p:nvPr/>
        </p:nvPicPr>
        <p:blipFill>
          <a:blip xmlns:r="http://schemas.openxmlformats.org/officeDocument/2006/relationships" xmlns:a="http://schemas.openxmlformats.org/drawingml/2006/main" r:embed="R616b129ad5284657"/>
          <a:stretch xmlns:a="http://schemas.openxmlformats.org/drawingml/2006/main">
            <a:fillRect l="0" t="0" r="0" b="0"/>
          </a:stretch>
        </p:blipFill>
        <p:spPr>
          <a:xfrm xmlns:a="http://schemas.openxmlformats.org/drawingml/2006/main">
            <a:off x="156754" y="4741818"/>
            <a:ext cx="901337" cy="281552"/>
          </a:xfrm>
          <a:prstGeom xmlns:a="http://schemas.openxmlformats.org/drawingml/2006/main" prst="rect">
            <a:avLst/>
          </a:prstGeom>
        </p:spPr>
      </p:pic>
    </p:spTree>
  </p:cSld>
</p:sldLayout>
</file>

<file path=ppt/slideLayouts/slideLayout5.xml><?xml version="1.0" encoding="utf-8"?>
<p:sldLayout xmlns:p="http://schemas.openxmlformats.org/presentationml/2006/main" type="twoObj" preserve="1">
  <p:cSld name="Title_Two Content">
    <p:spTree>
      <p:nvGrpSpPr>
        <p:cNvPr id="1" name=""/>
        <p:cNvGrpSpPr/>
        <p:nvPr/>
      </p:nvGrpSpPr>
      <p:grpSpPr>
        <a:xfrm xmlns:a="http://schemas.openxmlformats.org/drawingml/2006/main"/>
      </p:grpSpPr>
      <p:pic>
        <p:nvPicPr>
          <p:cNvPr id="7" name="Picture 6"/>
          <p:cNvPicPr>
            <a:picLocks xmlns:a="http://schemas.openxmlformats.org/drawingml/2006/main" noChangeAspect="1"/>
          </p:cNvPicPr>
          <p:nvPr/>
        </p:nvPicPr>
        <p:blipFill>
          <a:blip xmlns:r="http://schemas.openxmlformats.org/officeDocument/2006/relationships" xmlns:a="http://schemas.openxmlformats.org/drawingml/2006/main" r:embed="R9a9e00c1b40945bc"/>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AFA2EB2-FE8F-49CD-BC10-44DADDF1DB44}"/>
              </a:ext>
            </a:extLst>
          </p:cNvPr>
          <p:cNvSpPr>
            <a:spLocks xmlns:a="http://schemas.openxmlformats.org/drawingml/2006/main" noGrp="1"/>
          </p:cNvSpPr>
          <p:nvPr>
            <p:ph type="title" idx="0"/>
          </p:nvPr>
        </p:nvSpPr>
        <p:spPr>
          <a:xfrm xmlns:a="http://schemas.openxmlformats.org/drawingml/2006/main">
            <a:off x="1143000" y="0"/>
            <a:ext cx="7552944" cy="557784"/>
          </a:xfrm>
          <a:prstGeom xmlns:a="http://schemas.openxmlformats.org/drawingml/2006/main" prst="rect">
            <a:avLst/>
          </a:prstGeom>
        </p:spPr>
        <p:txBody>
          <a:bodyPr xmlns:a="http://schemas.openxmlformats.org/drawingml/2006/main">
            <a:noAutofit/>
          </a:bodyPr>
          <a:lstStyle xmlns:a="http://schemas.openxmlformats.org/drawingml/2006/main">
            <a:lvl1pPr algn="l">
              <a:buNone/>
              <a:defRPr sz="3600">
                <a:solidFill>
                  <a:srgbClr val="FFFFFF"/>
                </a:solidFill>
                <a:latin typeface="Segoe Pro"/>
                <a:ea typeface="Segoe Pro"/>
                <a:cs typeface="Segoe Pro"/>
              </a:defRPr>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056FAA1E-21C3-4D2F-8515-A47CB677C113}"/>
              </a:ext>
            </a:extLst>
          </p:cNvPr>
          <p:cNvSpPr>
            <a:spLocks xmlns:a="http://schemas.openxmlformats.org/drawingml/2006/main" noGrp="1"/>
          </p:cNvSpPr>
          <p:nvPr>
            <p:ph idx="1"/>
          </p:nvPr>
        </p:nvSpPr>
        <p:spPr>
          <a:xfrm xmlns:a="http://schemas.openxmlformats.org/drawingml/2006/main">
            <a:off x="457200" y="946140"/>
            <a:ext cx="4038600" cy="3394472"/>
          </a:xfrm>
        </p:spPr>
        <p:txBody>
          <a:bodyPr xmlns:a="http://schemas.openxmlformats.org/drawingml/2006/main"/>
          <a:lstStyle xmlns:a="http://schemas.openxmlformats.org/drawingml/2006/main">
            <a:lvl1pPr>
              <a:buNone/>
              <a:defRPr sz="2200"/>
            </a:lvl1pPr>
            <a:lvl2pPr>
              <a:buNone/>
              <a:defRPr sz="2000"/>
            </a:lvl2pPr>
            <a:lvl3pPr>
              <a:buNone/>
              <a:defRPr sz="18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952BE263-0430-45E9-88C4-7EFF02F20BF2}"/>
              </a:ext>
            </a:extLst>
          </p:cNvPr>
          <p:cNvSpPr>
            <a:spLocks xmlns:a="http://schemas.openxmlformats.org/drawingml/2006/main" noGrp="1"/>
          </p:cNvSpPr>
          <p:nvPr>
            <p:ph idx="2"/>
          </p:nvPr>
        </p:nvSpPr>
        <p:spPr>
          <a:xfrm xmlns:a="http://schemas.openxmlformats.org/drawingml/2006/main">
            <a:off x="4657344" y="946356"/>
            <a:ext cx="4038600" cy="3394472"/>
          </a:xfrm>
        </p:spPr>
        <p:txBody>
          <a:bodyPr xmlns:a="http://schemas.openxmlformats.org/drawingml/2006/main"/>
          <a:lstStyle xmlns:a="http://schemas.openxmlformats.org/drawingml/2006/main">
            <a:lvl1pPr>
              <a:buNone/>
              <a:defRPr sz="2200"/>
            </a:lvl1pPr>
            <a:lvl2pPr>
              <a:buNone/>
              <a:defRPr sz="2000"/>
            </a:lvl2pPr>
            <a:lvl3pPr>
              <a:buNone/>
              <a:defRPr sz="18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pic>
        <p:nvPicPr>
          <p:cNvPr id="11" name="Picture 4"/>
          <p:cNvPicPr>
            <a:picLocks xmlns:a="http://schemas.openxmlformats.org/drawingml/2006/main" noChangeAspect="1"/>
          </p:cNvPicPr>
          <p:nvPr/>
        </p:nvPicPr>
        <p:blipFill>
          <a:blip xmlns:r="http://schemas.openxmlformats.org/officeDocument/2006/relationships" xmlns:a="http://schemas.openxmlformats.org/drawingml/2006/main" r:embed="R002dc1ae055b4cf3"/>
          <a:stretch xmlns:a="http://schemas.openxmlformats.org/drawingml/2006/main">
            <a:fillRect l="0" t="0" r="0" b="0"/>
          </a:stretch>
        </p:blipFill>
        <p:spPr>
          <a:xfrm xmlns:a="http://schemas.openxmlformats.org/drawingml/2006/main">
            <a:off x="156754" y="4741818"/>
            <a:ext cx="901337" cy="281552"/>
          </a:xfrm>
          <a:prstGeom xmlns:a="http://schemas.openxmlformats.org/drawingml/2006/main" prst="rect">
            <a:avLst/>
          </a:prstGeom>
        </p:spPr>
      </p:pic>
    </p:spTree>
  </p:cSld>
</p:sldLayout>
</file>

<file path=ppt/slideLayouts/slideLayout6.xml><?xml version="1.0" encoding="utf-8"?>
<p:sldLayout xmlns:p="http://schemas.openxmlformats.org/presentationml/2006/main" preserve="1" userDrawn="1">
  <p:cSld name="Title_Images or Charts">
    <p:spTree>
      <p:nvGrpSpPr>
        <p:cNvPr id="1" name=""/>
        <p:cNvGrpSpPr/>
        <p:nvPr/>
      </p:nvGrpSpPr>
      <p:grpSpPr>
        <a:xfrm xmlns:a="http://schemas.openxmlformats.org/drawingml/2006/main"/>
      </p:grpSpPr>
      <p:pic>
        <p:nvPicPr>
          <p:cNvPr id="10" name="Picture 5"/>
          <p:cNvPicPr>
            <a:picLocks xmlns:a="http://schemas.openxmlformats.org/drawingml/2006/main" noChangeAspect="1"/>
          </p:cNvPicPr>
          <p:nvPr/>
        </p:nvPicPr>
        <p:blipFill>
          <a:blip xmlns:r="http://schemas.openxmlformats.org/officeDocument/2006/relationships" xmlns:a="http://schemas.openxmlformats.org/drawingml/2006/main" r:embed="R49f8def16ed9410c"/>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5B13E957-D13D-410D-88CE-70E0FEA41CF6}"/>
              </a:ext>
            </a:extLst>
          </p:cNvPr>
          <p:cNvSpPr>
            <a:spLocks xmlns:a="http://schemas.openxmlformats.org/drawingml/2006/main" noGrp="1"/>
          </p:cNvSpPr>
          <p:nvPr>
            <p:ph type="title" idx="0"/>
          </p:nvPr>
        </p:nvSpPr>
        <p:spPr>
          <a:xfrm xmlns:a="http://schemas.openxmlformats.org/drawingml/2006/main">
            <a:off x="1143000" y="-57149"/>
            <a:ext cx="7556938" cy="557784"/>
          </a:xfrm>
          <a:prstGeom xmlns:a="http://schemas.openxmlformats.org/drawingml/2006/main" prst="rect">
            <a:avLst/>
          </a:prstGeom>
        </p:spPr>
        <p:txBody>
          <a:bodyPr xmlns:a="http://schemas.openxmlformats.org/drawingml/2006/main">
            <a:noAutofit/>
          </a:bodyPr>
          <a:lstStyle xmlns:a="http://schemas.openxmlformats.org/drawingml/2006/main">
            <a:lvl1pPr algn="l">
              <a:buNone/>
              <a:defRPr sz="3600">
                <a:solidFill>
                  <a:srgbClr val="FFFFFF"/>
                </a:solidFill>
                <a:latin typeface="Segoe Pro"/>
                <a:ea typeface="Segoe Pro"/>
                <a:cs typeface="Segoe Pro"/>
              </a:defRPr>
            </a:lvl1pPr>
          </a:lstStyle>
          <a:p xmlns:a="http://schemas.openxmlformats.org/drawingml/2006/main">
            <a:r>
              <a:t>Click to edit Master title style</a:t>
            </a:r>
          </a:p>
        </p:txBody>
      </p:sp>
      <p:sp>
        <p:nvSpPr>
          <p:cNvPr id="7" name="Content Placeholder 2">
            <a:extLst xmlns:a="http://schemas.openxmlformats.org/drawingml/2006/main">
              <a:ext uri="{FF2B5EF4-FFF2-40B4-BE49-F238E27FC236}">
                <a16:creationId xmlns:a16="http://schemas.microsoft.com/office/drawing/2014/main" id="{C22C3A9B-D90A-40CA-864E-D1AE7B235F2F}"/>
              </a:ext>
            </a:extLst>
          </p:cNvPr>
          <p:cNvSpPr>
            <a:spLocks xmlns:a="http://schemas.openxmlformats.org/drawingml/2006/main" noGrp="1"/>
          </p:cNvSpPr>
          <p:nvPr>
            <p:ph idx="1"/>
          </p:nvPr>
        </p:nvSpPr>
        <p:spPr>
          <a:xfrm xmlns:a="http://schemas.openxmlformats.org/drawingml/2006/main">
            <a:off x="1147379" y="814771"/>
            <a:ext cx="7539420" cy="3547021"/>
          </a:xfrm>
        </p:spPr>
        <p:txBody>
          <a:bodyPr xmlns:a="http://schemas.openxmlformats.org/drawingml/2006/main">
            <a:noAutofit/>
          </a:bodyPr>
          <a:lstStyle xmlns:a="http://schemas.openxmlformats.org/drawingml/2006/main">
            <a:lvl1pPr>
              <a:buNone/>
              <a:defRPr sz="2200"/>
            </a:lvl1pPr>
            <a:lvl2pPr>
              <a:buNone/>
              <a:defRPr sz="2000"/>
            </a:lvl2pPr>
            <a:lvl3pPr>
              <a:buNone/>
              <a:defRPr sz="1800"/>
            </a:lvl3pPr>
            <a:lvl4pPr>
              <a:buNone/>
              <a:defRPr sz="1800"/>
            </a:lvl4pPr>
            <a:lvl5pPr>
              <a:buNone/>
              <a:defRPr sz="18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pic>
        <p:nvPicPr>
          <p:cNvPr id="13" name="Picture 2"/>
          <p:cNvPicPr>
            <a:picLocks xmlns:a="http://schemas.openxmlformats.org/drawingml/2006/main" noChangeAspect="1"/>
          </p:cNvPicPr>
          <p:nvPr/>
        </p:nvPicPr>
        <p:blipFill>
          <a:blip xmlns:r="http://schemas.openxmlformats.org/officeDocument/2006/relationships" xmlns:a="http://schemas.openxmlformats.org/drawingml/2006/main" r:embed="Rd5b10be75d29476a"/>
          <a:stretch xmlns:a="http://schemas.openxmlformats.org/drawingml/2006/main">
            <a:fillRect l="0" t="0" r="0" b="0"/>
          </a:stretch>
        </p:blipFill>
        <p:spPr>
          <a:xfrm xmlns:a="http://schemas.openxmlformats.org/drawingml/2006/main">
            <a:off x="156754" y="4741818"/>
            <a:ext cx="901337" cy="281552"/>
          </a:xfrm>
          <a:prstGeom xmlns:a="http://schemas.openxmlformats.org/drawingml/2006/main" prst="rect">
            <a:avLst/>
          </a:prstGeom>
        </p:spPr>
      </p:pic>
    </p:spTree>
  </p:cSld>
</p:sldLayout>
</file>

<file path=ppt/slideLayouts/slideLayout7.xml><?xml version="1.0" encoding="utf-8"?>
<p:sldLayout xmlns:p="http://schemas.openxmlformats.org/presentationml/2006/main" preserve="1" userDrawn="1">
  <p:cSld name="Title_Content_No Gray Background">
    <p:spTree>
      <p:nvGrpSpPr>
        <p:cNvPr id="1" name=""/>
        <p:cNvGrpSpPr/>
        <p:nvPr/>
      </p:nvGrpSpPr>
      <p:grpSpPr>
        <a:xfrm xmlns:a="http://schemas.openxmlformats.org/drawingml/2006/main"/>
      </p:grpSpPr>
      <p:pic>
        <p:nvPicPr>
          <p:cNvPr id="12" name="Picture 9"/>
          <p:cNvPicPr>
            <a:picLocks xmlns:a="http://schemas.openxmlformats.org/drawingml/2006/main" noChangeAspect="1"/>
          </p:cNvPicPr>
          <p:nvPr/>
        </p:nvPicPr>
        <p:blipFill>
          <a:blip xmlns:r="http://schemas.openxmlformats.org/officeDocument/2006/relationships" xmlns:a="http://schemas.openxmlformats.org/drawingml/2006/main" r:embed="Rb379199c545d45a3"/>
          <a:stretch xmlns:a="http://schemas.openxmlformats.org/drawingml/2006/main">
            <a:fillRect l="0" t="0" r="0" b="0"/>
          </a:stretch>
        </p:blipFill>
        <p:spPr>
          <a:xfrm xmlns:a="http://schemas.openxmlformats.org/drawingml/2006/main">
            <a:off x="0" y="-1"/>
            <a:ext cx="9144000" cy="5143500"/>
          </a:xfrm>
          <a:prstGeom xmlns:a="http://schemas.openxmlformats.org/drawingml/2006/main" prst="rect">
            <a:avLst/>
          </a:prstGeom>
        </p:spPr>
      </p:pic>
      <p:sp>
        <p:nvSpPr>
          <p:cNvPr id="7" name="Title 1">
            <a:extLst xmlns:a="http://schemas.openxmlformats.org/drawingml/2006/main">
              <a:ext uri="{FF2B5EF4-FFF2-40B4-BE49-F238E27FC236}">
                <a16:creationId xmlns:a16="http://schemas.microsoft.com/office/drawing/2014/main" id="{72AA63BD-F80E-4D30-B641-D816DE31C96F}"/>
              </a:ext>
            </a:extLst>
          </p:cNvPr>
          <p:cNvSpPr>
            <a:spLocks xmlns:a="http://schemas.openxmlformats.org/drawingml/2006/main" noGrp="1"/>
          </p:cNvSpPr>
          <p:nvPr>
            <p:ph type="title" idx="0"/>
          </p:nvPr>
        </p:nvSpPr>
        <p:spPr>
          <a:xfrm xmlns:a="http://schemas.openxmlformats.org/drawingml/2006/main">
            <a:off x="1138620" y="-57149"/>
            <a:ext cx="7548179" cy="560552"/>
          </a:xfrm>
          <a:prstGeom xmlns:a="http://schemas.openxmlformats.org/drawingml/2006/main" prst="rect">
            <a:avLst/>
          </a:prstGeom>
        </p:spPr>
        <p:txBody>
          <a:bodyPr xmlns:a="http://schemas.openxmlformats.org/drawingml/2006/main">
            <a:noAutofit/>
          </a:bodyPr>
          <a:lstStyle xmlns:a="http://schemas.openxmlformats.org/drawingml/2006/main">
            <a:lvl1pPr algn="l">
              <a:buNone/>
              <a:defRPr sz="3600">
                <a:solidFill>
                  <a:srgbClr val="FFFFFF"/>
                </a:solidFill>
                <a:latin typeface="Segoe Pro"/>
                <a:ea typeface="Segoe Pro"/>
                <a:cs typeface="Segoe Pro"/>
              </a:defRPr>
            </a:lvl1pPr>
          </a:lstStyle>
          <a:p xmlns:a="http://schemas.openxmlformats.org/drawingml/2006/main">
            <a:r>
              <a:t>Click to edit Master title style</a:t>
            </a:r>
          </a:p>
        </p:txBody>
      </p:sp>
      <p:sp>
        <p:nvSpPr>
          <p:cNvPr id="9" name="Content Placeholder 2">
            <a:extLst xmlns:a="http://schemas.openxmlformats.org/drawingml/2006/main">
              <a:ext uri="{FF2B5EF4-FFF2-40B4-BE49-F238E27FC236}">
                <a16:creationId xmlns:a16="http://schemas.microsoft.com/office/drawing/2014/main" id="{FB1B9C2E-5816-433B-9E3D-B8FF94540306}"/>
              </a:ext>
            </a:extLst>
          </p:cNvPr>
          <p:cNvSpPr>
            <a:spLocks xmlns:a="http://schemas.openxmlformats.org/drawingml/2006/main" noGrp="1"/>
          </p:cNvSpPr>
          <p:nvPr>
            <p:ph idx="1"/>
          </p:nvPr>
        </p:nvSpPr>
        <p:spPr>
          <a:xfrm xmlns:a="http://schemas.openxmlformats.org/drawingml/2006/main">
            <a:off x="1147379" y="814771"/>
            <a:ext cx="7539420" cy="3547021"/>
          </a:xfrm>
        </p:spPr>
        <p:txBody>
          <a:bodyPr xmlns:a="http://schemas.openxmlformats.org/drawingml/2006/main">
            <a:noAutofit/>
          </a:bodyPr>
          <a:lstStyle xmlns:a="http://schemas.openxmlformats.org/drawingml/2006/main">
            <a:lvl1pPr>
              <a:buNone/>
              <a:defRPr sz="2200"/>
            </a:lvl1pPr>
            <a:lvl2pPr>
              <a:buNone/>
              <a:defRPr sz="2000"/>
            </a:lvl2pPr>
            <a:lvl3pPr>
              <a:buNone/>
              <a:defRPr sz="1800"/>
            </a:lvl3pPr>
            <a:lvl4pPr>
              <a:buNone/>
              <a:defRPr sz="1800"/>
            </a:lvl4pPr>
            <a:lvl5pPr>
              <a:buNone/>
              <a:defRPr sz="18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pic>
        <p:nvPicPr>
          <p:cNvPr id="15" name="Picture 2"/>
          <p:cNvPicPr>
            <a:picLocks xmlns:a="http://schemas.openxmlformats.org/drawingml/2006/main" noChangeAspect="1"/>
          </p:cNvPicPr>
          <p:nvPr/>
        </p:nvPicPr>
        <p:blipFill>
          <a:blip xmlns:r="http://schemas.openxmlformats.org/officeDocument/2006/relationships" xmlns:a="http://schemas.openxmlformats.org/drawingml/2006/main" r:embed="Rd7bc716e812247ea"/>
          <a:stretch xmlns:a="http://schemas.openxmlformats.org/drawingml/2006/main">
            <a:fillRect l="0" t="0" r="0" b="0"/>
          </a:stretch>
        </p:blipFill>
        <p:spPr>
          <a:xfrm xmlns:a="http://schemas.openxmlformats.org/drawingml/2006/main">
            <a:off x="137159" y="4701540"/>
            <a:ext cx="891541" cy="322534"/>
          </a:xfrm>
          <a:prstGeom xmlns:a="http://schemas.openxmlformats.org/drawingml/2006/main" prst="rect">
            <a:avLst/>
          </a:prstGeom>
        </p:spPr>
      </p:pic>
    </p:spTree>
  </p:cSld>
</p:sldLayout>
</file>

<file path=ppt/slideLayouts/slideLayout8.xml><?xml version="1.0" encoding="utf-8"?>
<p:sldLayout xmlns:p="http://schemas.openxmlformats.org/presentationml/2006/main" preserve="1" userDrawn="1">
  <p:cSld name="Title_Content_No Bottom Bar">
    <p:spTree>
      <p:nvGrpSpPr>
        <p:cNvPr id="1" name=""/>
        <p:cNvGrpSpPr/>
        <p:nvPr/>
      </p:nvGrpSpPr>
      <p:grpSpPr>
        <a:xfrm xmlns:a="http://schemas.openxmlformats.org/drawingml/2006/main"/>
      </p:grpSpPr>
      <p:pic>
        <p:nvPicPr>
          <p:cNvPr id="9" name="Picture 4"/>
          <p:cNvPicPr>
            <a:picLocks xmlns:a="http://schemas.openxmlformats.org/drawingml/2006/main" noChangeAspect="1"/>
          </p:cNvPicPr>
          <p:nvPr/>
        </p:nvPicPr>
        <p:blipFill>
          <a:blip xmlns:r="http://schemas.openxmlformats.org/officeDocument/2006/relationships" xmlns:a="http://schemas.openxmlformats.org/drawingml/2006/main" r:embed="R3fa4088c56d0471d"/>
          <a:stretch xmlns:a="http://schemas.openxmlformats.org/drawingml/2006/main">
            <a:fillRect l="0" t="0" r="0" b="0"/>
          </a:stretch>
        </p:blipFill>
        <p:spPr>
          <a:xfrm xmlns:a="http://schemas.openxmlformats.org/drawingml/2006/main">
            <a:off x="0" y="-1"/>
            <a:ext cx="9144000" cy="5143500"/>
          </a:xfrm>
          <a:prstGeom xmlns:a="http://schemas.openxmlformats.org/drawingml/2006/main" prst="rect">
            <a:avLst/>
          </a:prstGeom>
        </p:spPr>
      </p:pic>
      <p:sp>
        <p:nvSpPr>
          <p:cNvPr id="6" name="Title 1">
            <a:extLst xmlns:a="http://schemas.openxmlformats.org/drawingml/2006/main">
              <a:ext uri="{FF2B5EF4-FFF2-40B4-BE49-F238E27FC236}">
                <a16:creationId xmlns:a16="http://schemas.microsoft.com/office/drawing/2014/main" id="{41D035DC-3B7C-45D3-9C8F-0D9A2FDFAEF1}"/>
              </a:ext>
            </a:extLst>
          </p:cNvPr>
          <p:cNvSpPr>
            <a:spLocks xmlns:a="http://schemas.openxmlformats.org/drawingml/2006/main" noGrp="1"/>
          </p:cNvSpPr>
          <p:nvPr>
            <p:ph type="title" idx="0"/>
          </p:nvPr>
        </p:nvSpPr>
        <p:spPr>
          <a:xfrm xmlns:a="http://schemas.openxmlformats.org/drawingml/2006/main">
            <a:off x="1138620" y="-63499"/>
            <a:ext cx="7548179" cy="560552"/>
          </a:xfrm>
          <a:prstGeom xmlns:a="http://schemas.openxmlformats.org/drawingml/2006/main" prst="rect">
            <a:avLst/>
          </a:prstGeom>
        </p:spPr>
        <p:txBody>
          <a:bodyPr xmlns:a="http://schemas.openxmlformats.org/drawingml/2006/main">
            <a:noAutofit/>
          </a:bodyPr>
          <a:lstStyle xmlns:a="http://schemas.openxmlformats.org/drawingml/2006/main">
            <a:lvl1pPr algn="l">
              <a:buNone/>
              <a:defRPr sz="3600">
                <a:solidFill>
                  <a:srgbClr val="FFFFFF"/>
                </a:solidFill>
                <a:latin typeface="Segoe Pro"/>
                <a:ea typeface="Segoe Pro"/>
                <a:cs typeface="Segoe Pro"/>
              </a:defRPr>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F1C3BD3-6F87-4F8B-877D-EC43E94FC0A1}"/>
              </a:ext>
            </a:extLst>
          </p:cNvPr>
          <p:cNvSpPr>
            <a:spLocks xmlns:a="http://schemas.openxmlformats.org/drawingml/2006/main" noGrp="1"/>
          </p:cNvSpPr>
          <p:nvPr>
            <p:ph idx="1"/>
          </p:nvPr>
        </p:nvSpPr>
        <p:spPr>
          <a:xfrm xmlns:a="http://schemas.openxmlformats.org/drawingml/2006/main">
            <a:off x="1147379" y="814771"/>
            <a:ext cx="7539420" cy="3547021"/>
          </a:xfrm>
        </p:spPr>
        <p:txBody>
          <a:bodyPr xmlns:a="http://schemas.openxmlformats.org/drawingml/2006/main">
            <a:noAutofit/>
          </a:bodyPr>
          <a:lstStyle xmlns:a="http://schemas.openxmlformats.org/drawingml/2006/main">
            <a:lvl1pPr>
              <a:buNone/>
              <a:defRPr sz="2200"/>
            </a:lvl1pPr>
            <a:lvl2pPr>
              <a:buNone/>
              <a:defRPr sz="2000"/>
            </a:lvl2pPr>
            <a:lvl3pPr>
              <a:buNone/>
              <a:defRPr sz="1800"/>
            </a:lvl3pPr>
            <a:lvl4pPr>
              <a:buNone/>
              <a:defRPr sz="1800"/>
            </a:lvl4pPr>
            <a:lvl5pPr>
              <a:buNone/>
              <a:defRPr sz="18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pic>
        <p:nvPicPr>
          <p:cNvPr id="12" name="Picture 6"/>
          <p:cNvPicPr>
            <a:picLocks xmlns:a="http://schemas.openxmlformats.org/drawingml/2006/main" noChangeAspect="1"/>
          </p:cNvPicPr>
          <p:nvPr/>
        </p:nvPicPr>
        <p:blipFill>
          <a:blip xmlns:r="http://schemas.openxmlformats.org/officeDocument/2006/relationships" xmlns:a="http://schemas.openxmlformats.org/drawingml/2006/main" r:embed="R8f4a6243f02b4ff7"/>
          <a:stretch xmlns:a="http://schemas.openxmlformats.org/drawingml/2006/main">
            <a:fillRect l="0" t="0" r="0" b="0"/>
          </a:stretch>
        </p:blipFill>
        <p:spPr>
          <a:xfrm xmlns:a="http://schemas.openxmlformats.org/drawingml/2006/main">
            <a:off x="137159" y="4701540"/>
            <a:ext cx="891541" cy="322534"/>
          </a:xfrm>
          <a:prstGeom xmlns:a="http://schemas.openxmlformats.org/drawingml/2006/main" prst="rect">
            <a:avLst/>
          </a:prstGeom>
        </p:spPr>
      </p:pic>
    </p:spTree>
  </p:cSld>
</p:sldLayout>
</file>

<file path=ppt/slideLayouts/slideLayout9.xml><?xml version="1.0" encoding="utf-8"?>
<p:sldLayout xmlns:p="http://schemas.openxmlformats.org/presentationml/2006/main" preserve="1" userDrawn="1">
  <p:cSld name="Blank_Content">
    <p:spTree>
      <p:nvGrpSpPr>
        <p:cNvPr id="1" name=""/>
        <p:cNvGrpSpPr/>
        <p:nvPr/>
      </p:nvGrpSpPr>
      <p:grpSpPr>
        <a:xfrm xmlns:a="http://schemas.openxmlformats.org/drawingml/2006/main"/>
      </p:grpSpPr>
      <p:pic>
        <p:nvPicPr>
          <p:cNvPr id="2" name="Picture 3"/>
          <p:cNvPicPr>
            <a:picLocks xmlns:a="http://schemas.openxmlformats.org/drawingml/2006/main" noChangeAspect="1"/>
          </p:cNvPicPr>
          <p:nvPr/>
        </p:nvPicPr>
        <p:blipFill>
          <a:blip xmlns:r="http://schemas.openxmlformats.org/officeDocument/2006/relationships" xmlns:a="http://schemas.openxmlformats.org/drawingml/2006/main" r:embed="Rbd60b46948b145db"/>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Tree>
  </p:cSld>
</p:sldLayout>
</file>

<file path=ppt/slideLayouts/slideLayout10.xml><?xml version="1.0" encoding="utf-8"?>
<p:sldLayout xmlns:p="http://schemas.openxmlformats.org/presentationml/2006/main">
  <p:cSld name="Content Left | Title/Image Right">
    <p:spTree>
      <p:nvGrpSpPr>
        <p:cNvPr id="1" name=""/>
        <p:cNvGrpSpPr/>
        <p:nvPr/>
      </p:nvGrpSpPr>
      <p:grpSpPr>
        <a:xfrm xmlns:a="http://schemas.openxmlformats.org/drawingml/2006/main"/>
      </p:grpSpPr>
      <p:sp>
        <p:nvSpPr>
          <p:cNvPr id="7" name="Text Placeholder 16">
            <a:extLst xmlns:a="http://schemas.openxmlformats.org/drawingml/2006/main">
              <a:ext uri="{FF2B5EF4-FFF2-40B4-BE49-F238E27FC236}">
                <a16:creationId xmlns:a16="http://schemas.microsoft.com/office/drawing/2014/main" id="{40C46645-A4D6-44B4-82D9-7F188D5430DF}"/>
              </a:ext>
            </a:extLst>
          </p:cNvPr>
          <p:cNvSpPr>
            <a:spLocks xmlns:a="http://schemas.openxmlformats.org/drawingml/2006/main" noGrp="1"/>
          </p:cNvSpPr>
          <p:nvPr>
            <p:ph type="body" idx="12" hasCustomPrompt="1"/>
          </p:nvPr>
        </p:nvSpPr>
        <p:spPr>
          <a:xfrm xmlns:a="http://schemas.openxmlformats.org/drawingml/2006/main">
            <a:off x="473530" y="351790"/>
            <a:ext cx="2809167" cy="4439921"/>
          </a:xfrm>
          <a:prstGeom xmlns:a="http://schemas.openxmlformats.org/drawingml/2006/main" prst="rect">
            <a:avLst/>
          </a:prstGeom>
        </p:spPr>
        <p:txBody>
          <a:bodyPr xmlns:a="http://schemas.openxmlformats.org/drawingml/2006/main" anchor="ctr">
            <a:noAutofit/>
          </a:bodyPr>
          <a:lstStyle xmlns:a="http://schemas.openxmlformats.org/drawingml/2006/main">
            <a:lvl1pPr algn="r">
              <a:buNone/>
              <a:defRPr sz="1700" b="0" i="0">
                <a:solidFill>
                  <a:schemeClr val="accent1"/>
                </a:solidFill>
                <a:latin typeface="+mn-lt"/>
                <a:ea typeface="+mn-lt"/>
                <a:cs typeface="+mn-lt"/>
              </a:defRPr>
            </a:lvl1pPr>
            <a:lvl2pPr marL="586003" indent="-288930" algn="r">
              <a:buFont typeface="Myriad Pro"/>
              <a:buChar char=" "/>
              <a:defRPr sz="1700" b="0" i="0">
                <a:solidFill>
                  <a:schemeClr val="accent1"/>
                </a:solidFill>
                <a:latin typeface="PS TT Commons"/>
                <a:ea typeface="PS TT Commons"/>
                <a:cs typeface="PS TT Commons"/>
              </a:defRPr>
            </a:lvl2pPr>
            <a:lvl3pPr marL="883074" indent="-286898" algn="r">
              <a:buFont typeface="Myriad Pro"/>
              <a:buChar char=" "/>
              <a:defRPr sz="1700" b="0" i="0">
                <a:solidFill>
                  <a:schemeClr val="accent1"/>
                </a:solidFill>
                <a:latin typeface="PS TT Commons"/>
                <a:ea typeface="PS TT Commons"/>
                <a:cs typeface="PS TT Commons"/>
              </a:defRPr>
            </a:lvl3pPr>
            <a:lvl4pPr marL="1096724" indent="-213648" algn="r">
              <a:buFont typeface="Myriad Pro"/>
              <a:buChar char=" "/>
              <a:defRPr sz="1700" b="0" i="0">
                <a:solidFill>
                  <a:schemeClr val="accent1"/>
                </a:solidFill>
                <a:latin typeface="PS TT Commons"/>
                <a:ea typeface="PS TT Commons"/>
                <a:cs typeface="PS TT Commons"/>
              </a:defRPr>
            </a:lvl4pPr>
            <a:lvl5pPr marL="1096722" indent="0" algn="r">
              <a:buFont typeface="Myriad Pro"/>
              <a:buNone/>
              <a:defRPr sz="1700" b="0" i="0">
                <a:solidFill>
                  <a:schemeClr val="accent1"/>
                </a:solidFill>
                <a:latin typeface="PS TT Commons"/>
                <a:ea typeface="PS TT Commons"/>
                <a:cs typeface="PS TT Commons"/>
              </a:defRPr>
            </a:lvl5pPr>
          </a:lstStyle>
          <a:p xmlns:a="http://schemas.openxmlformats.org/drawingml/2006/main">
            <a:pPr lvl="0">
              <a:buNone/>
            </a:pPr>
            <a:r>
              <a:t>Click to add short text </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8" name="Straight Connector 7">
            <a:extLst xmlns:a="http://schemas.openxmlformats.org/drawingml/2006/main">
              <a:ext uri="{FF2B5EF4-FFF2-40B4-BE49-F238E27FC236}">
                <a16:creationId xmlns:a16="http://schemas.microsoft.com/office/drawing/2014/main" id="{28AC5EC0-8A4C-46E8-9C5B-DF9AC2C31A3A}"/>
              </a:ext>
            </a:extLst>
          </p:cNvPr>
          <p:cNvSpPr>
            <a:spLocks xmlns:a="http://schemas.openxmlformats.org/drawingml/2006/main" noGrp="1"/>
          </p:cNvSpPr>
          <p:nvPr/>
        </p:nvSpPr>
        <p:spPr>
          <a:xfrm xmlns:a="http://schemas.openxmlformats.org/drawingml/2006/main">
            <a:off x="3536188" y="351790"/>
            <a:ext cx="0" cy="4439921"/>
          </a:xfrm>
          <a:prstGeom xmlns:a="http://schemas.openxmlformats.org/drawingml/2006/main" prst="line">
            <a:avLst/>
          </a:prstGeom>
          <a:ln xmlns:a="http://schemas.openxmlformats.org/drawingml/2006/main" w="50800">
            <a:solidFill>
              <a:schemeClr val="accent1"/>
            </a:solidFill>
            <a:headEnd type="none"/>
            <a:tailEnd type="non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9" name="Content Placeholder 2">
            <a:extLst xmlns:a="http://schemas.openxmlformats.org/drawingml/2006/main">
              <a:ext uri="{FF2B5EF4-FFF2-40B4-BE49-F238E27FC236}">
                <a16:creationId xmlns:a16="http://schemas.microsoft.com/office/drawing/2014/main" id="{DC5C579F-6BE4-46C0-AF94-9DF2175BD081}"/>
              </a:ext>
            </a:extLst>
          </p:cNvPr>
          <p:cNvSpPr>
            <a:spLocks xmlns:a="http://schemas.openxmlformats.org/drawingml/2006/main" noGrp="1"/>
          </p:cNvSpPr>
          <p:nvPr>
            <p:ph idx="14" hasCustomPrompt="1"/>
          </p:nvPr>
        </p:nvSpPr>
        <p:spPr>
          <a:xfrm xmlns:a="http://schemas.openxmlformats.org/drawingml/2006/main">
            <a:off x="3789682" y="748738"/>
            <a:ext cx="4927599" cy="3646025"/>
          </a:xfrm>
          <a:prstGeom xmlns:a="http://schemas.openxmlformats.org/drawingml/2006/main" prst="rect">
            <a:avLst/>
          </a:prstGeom>
        </p:spPr>
        <p:txBody>
          <a:bodyPr xmlns:a="http://schemas.openxmlformats.org/drawingml/2006/main" anchor="ctr">
            <a:noAutofit/>
          </a:bodyPr>
          <a:lstStyle xmlns:a="http://schemas.openxmlformats.org/drawingml/2006/main">
            <a:lvl1pPr>
              <a:lnSpc>
                <a:spcPct val="100000"/>
              </a:lnSpc>
              <a:buNone/>
              <a:defRPr sz="2700" b="0" i="0">
                <a:latin typeface="+mj-lt"/>
                <a:ea typeface="+mj-lt"/>
                <a:cs typeface="+mj-lt"/>
              </a:defRPr>
            </a:lvl1pPr>
          </a:lstStyle>
          <a:p xmlns:a="http://schemas.openxmlformats.org/drawingml/2006/main">
            <a:pPr lvl="0">
              <a:buNone/>
            </a:pPr>
            <a:r>
              <a:t>Click to Add Title or </a:t>
            </a:r>
            <a:r>
              <a:t>Click </a:t>
            </a:r>
            <a:br/>
            <a:r>
              <a:t>Icon </a:t>
            </a:r>
            <a:r>
              <a:t>to Add Graphic</a:t>
            </a:r>
          </a:p>
        </p:txBody>
      </p:sp>
      <p:sp>
        <p:nvSpPr>
          <p:cNvPr id="11" name="Rectangle 10">
            <a:extLst xmlns:a="http://schemas.openxmlformats.org/drawingml/2006/main">
              <a:ext uri="{FF2B5EF4-FFF2-40B4-BE49-F238E27FC236}">
                <a16:creationId xmlns:a16="http://schemas.microsoft.com/office/drawing/2014/main" id="{0BFACE02-EB2D-481A-A942-4F360A2013D7}"/>
              </a:ext>
            </a:extLst>
          </p:cNvPr>
          <p:cNvSpPr>
            <a:spLocks xmlns:a="http://schemas.openxmlformats.org/drawingml/2006/main" noGrp="1"/>
          </p:cNvSpPr>
          <p:nvPr/>
        </p:nvSpPr>
        <p:spPr>
          <a:xfrm xmlns:a="http://schemas.openxmlformats.org/drawingml/2006/main">
            <a:off x="1" y="-355526"/>
            <a:ext cx="3582453" cy="276999"/>
          </a:xfrm>
          <a:prstGeom xmlns:a="http://schemas.openxmlformats.org/drawingml/2006/main" prst="rect">
            <a:avLst/>
          </a:prstGeom>
        </p:spPr>
        <p:txBody>
          <a:bodyPr xmlns:a="http://schemas.openxmlformats.org/drawingml/2006/main" wrap="square">
            <a:spAutoFit/>
          </a:bodyPr>
          <a:lstStyle xmlns:a="http://schemas.openxmlformats.org/drawingml/2006/main"/>
          <a:p xmlns:a="http://schemas.openxmlformats.org/drawingml/2006/main">
            <a:pPr algn="l" defTabSz="914378">
              <a:buNone/>
            </a:pPr>
            <a:r>
              <a:rPr sz="1200" b="1" i="0">
                <a:solidFill>
                  <a:srgbClr val="404040"/>
                </a:solidFill>
                <a:latin typeface="PS TT Commons DemiBold"/>
                <a:ea typeface="PS TT Commons DemiBold"/>
                <a:cs typeface="PS TT Commons DemiBold"/>
              </a:rPr>
              <a:t>This slidelist is </a:t>
            </a:r>
            <a:r>
              <a:rPr sz="1200" b="1" i="0">
                <a:solidFill>
                  <a:srgbClr val="F05A28"/>
                </a:solidFill>
                <a:latin typeface="PS TT Commons DemiBold"/>
                <a:ea typeface="PS TT Commons DemiBold"/>
                <a:cs typeface="PS TT Commons DemiBold"/>
              </a:rPr>
              <a:t>preset </a:t>
            </a:r>
            <a:r>
              <a:rPr sz="1200" b="1" i="0">
                <a:solidFill>
                  <a:srgbClr val="404040"/>
                </a:solidFill>
                <a:latin typeface="PS TT Commons DemiBold"/>
                <a:ea typeface="PS TT Commons DemiBold"/>
                <a:cs typeface="PS TT Commons DemiBold"/>
              </a:rPr>
              <a:t>with</a:t>
            </a:r>
            <a:r>
              <a:rPr sz="1200" b="1" i="0">
                <a:solidFill>
                  <a:srgbClr val="404040"/>
                </a:solidFill>
                <a:latin typeface="PS TT Commons DemiBold"/>
                <a:ea typeface="PS TT Commons DemiBold"/>
                <a:cs typeface="PS TT Commons DemiBold"/>
              </a:rPr>
              <a:t> </a:t>
            </a:r>
            <a:r>
              <a:rPr sz="1200" b="1" i="0">
                <a:solidFill>
                  <a:srgbClr val="F05A28"/>
                </a:solidFill>
                <a:latin typeface="PS TT Commons DemiBold"/>
                <a:ea typeface="PS TT Commons DemiBold"/>
                <a:cs typeface="PS TT Commons DemiBold"/>
              </a:rPr>
              <a:t>animations</a:t>
            </a:r>
            <a:endParaRPr sz="1200" b="1" i="0">
              <a:solidFill>
                <a:srgbClr val="F05A28"/>
              </a:solidFill>
              <a:latin typeface="PS TT Commons DemiBold"/>
              <a:ea typeface="PS TT Commons DemiBold"/>
              <a:cs typeface="PS TT Commons DemiBold"/>
            </a:endParaRPr>
          </a:p>
        </p:txBody>
      </p:sp>
    </p:spTree>
  </p:cSld>
</p:sldLayout>
</file>

<file path=ppt/slideLayouts/slideLayout11.xml><?xml version="1.0" encoding="utf-8"?>
<p:sldLayout xmlns:p="http://schemas.openxmlformats.org/presentationml/2006/main" type="titleOnly">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2BBC152-5D1F-47B5-8951-616F8DA0C126}"/>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buNone/>
              <a:defRPr baseline="0">
                <a:latin typeface="+mj-lt"/>
                <a:ea typeface="+mj-lt"/>
                <a:cs typeface="+mj-lt"/>
              </a:defRPr>
            </a:lvl1pPr>
          </a:lstStyle>
          <a:p xmlns:a="http://schemas.openxmlformats.org/drawingml/2006/main">
            <a:r>
              <a:t>Add Slide Title in Title Case</a:t>
            </a:r>
          </a:p>
        </p:txBody>
      </p:sp>
    </p:spTree>
  </p:cSld>
</p:sldLayout>
</file>

<file path=ppt/slideLayouts/slideLayout12.xml><?xml version="1.0" encoding="utf-8"?>
<p:sldLayout xmlns:p="http://schemas.openxmlformats.org/presentationml/2006/main">
  <p:cSld name="Text Chunking: Six Items">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F7F7538-3B81-4289-B6A6-5D988BEBF62F}"/>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p xmlns:a="http://schemas.openxmlformats.org/drawingml/2006/main">
            <a:r>
              <a:t>Click to Add Title in Title Case</a:t>
            </a:r>
          </a:p>
        </p:txBody>
      </p:sp>
      <p:sp>
        <p:nvSpPr>
          <p:cNvPr id="3" name="Content Placeholder 10">
            <a:extLst xmlns:a="http://schemas.openxmlformats.org/drawingml/2006/main">
              <a:ext uri="{FF2B5EF4-FFF2-40B4-BE49-F238E27FC236}">
                <a16:creationId xmlns:a16="http://schemas.microsoft.com/office/drawing/2014/main" id="{5C344A73-63C2-43BD-A4E5-F31A06789BF6}"/>
              </a:ext>
            </a:extLst>
          </p:cNvPr>
          <p:cNvSpPr>
            <a:spLocks xmlns:a="http://schemas.openxmlformats.org/drawingml/2006/main" noGrp="1"/>
          </p:cNvSpPr>
          <p:nvPr>
            <p:ph idx="11" hasCustomPrompt="1"/>
          </p:nvPr>
        </p:nvSpPr>
        <p:spPr>
          <a:xfrm xmlns:a="http://schemas.openxmlformats.org/drawingml/2006/main">
            <a:off x="3324634" y="1515763"/>
            <a:ext cx="2494735" cy="1342768"/>
          </a:xfrm>
          <a:prstGeom xmlns:a="http://schemas.openxmlformats.org/drawingml/2006/main" prst="rect">
            <a:avLst/>
          </a:prstGeom>
          <a:solidFill xmlns:a="http://schemas.openxmlformats.org/drawingml/2006/main">
            <a:schemeClr val="bg2"/>
          </a:solidFill>
        </p:spPr>
        <p:txBody>
          <a:bodyPr xmlns:a="http://schemas.openxmlformats.org/drawingml/2006/main" lIns="274320" tIns="274320" rIns="274320" bIns="274320" anchor="ctr">
            <a:noAutofit/>
          </a:bodyPr>
          <a:lstStyle xmlns:a="http://schemas.openxmlformats.org/drawingml/2006/main">
            <a:lvl1pPr marL="0" indent="0" algn="ctr">
              <a:buNone/>
              <a:defRPr sz="1800" b="0" i="0">
                <a:latin typeface="+mn-lt"/>
                <a:ea typeface="+mn-lt"/>
                <a:cs typeface="+mn-lt"/>
              </a:defRPr>
            </a:lvl1pPr>
          </a:lstStyle>
          <a:p xmlns:a="http://schemas.openxmlformats.org/drawingml/2006/main">
            <a:pPr lvl="0">
              <a:buNone/>
            </a:pPr>
            <a:r>
              <a:t>Click to add text</a:t>
            </a:r>
          </a:p>
        </p:txBody>
      </p:sp>
      <p:sp>
        <p:nvSpPr>
          <p:cNvPr id="4" name="Content Placeholder 10">
            <a:extLst xmlns:a="http://schemas.openxmlformats.org/drawingml/2006/main">
              <a:ext uri="{FF2B5EF4-FFF2-40B4-BE49-F238E27FC236}">
                <a16:creationId xmlns:a16="http://schemas.microsoft.com/office/drawing/2014/main" id="{1F8AC06F-B499-469F-86CD-BC3FA39F0F34}"/>
              </a:ext>
            </a:extLst>
          </p:cNvPr>
          <p:cNvSpPr>
            <a:spLocks xmlns:a="http://schemas.openxmlformats.org/drawingml/2006/main" noGrp="1"/>
          </p:cNvSpPr>
          <p:nvPr>
            <p:ph idx="10" hasCustomPrompt="1"/>
          </p:nvPr>
        </p:nvSpPr>
        <p:spPr>
          <a:xfrm xmlns:a="http://schemas.openxmlformats.org/drawingml/2006/main">
            <a:off x="628651" y="1515763"/>
            <a:ext cx="2494735" cy="1342768"/>
          </a:xfrm>
          <a:prstGeom xmlns:a="http://schemas.openxmlformats.org/drawingml/2006/main" prst="rect">
            <a:avLst/>
          </a:prstGeom>
          <a:solidFill xmlns:a="http://schemas.openxmlformats.org/drawingml/2006/main">
            <a:schemeClr val="bg2"/>
          </a:solidFill>
        </p:spPr>
        <p:txBody>
          <a:bodyPr xmlns:a="http://schemas.openxmlformats.org/drawingml/2006/main" lIns="274320" tIns="274320" rIns="274320" bIns="274320" anchor="ctr">
            <a:noAutofit/>
          </a:bodyPr>
          <a:lstStyle xmlns:a="http://schemas.openxmlformats.org/drawingml/2006/main">
            <a:lvl1pPr marL="0" indent="0" algn="ctr">
              <a:buNone/>
              <a:defRPr sz="1800" b="0" i="0">
                <a:latin typeface="+mn-lt"/>
                <a:ea typeface="+mn-lt"/>
                <a:cs typeface="+mn-lt"/>
              </a:defRPr>
            </a:lvl1pPr>
          </a:lstStyle>
          <a:p xmlns:a="http://schemas.openxmlformats.org/drawingml/2006/main">
            <a:pPr lvl="0">
              <a:buNone/>
            </a:pPr>
            <a:r>
              <a:t>Click to add text</a:t>
            </a:r>
          </a:p>
        </p:txBody>
      </p:sp>
      <p:sp>
        <p:nvSpPr>
          <p:cNvPr id="5" name="Content Placeholder 10">
            <a:extLst xmlns:a="http://schemas.openxmlformats.org/drawingml/2006/main">
              <a:ext uri="{FF2B5EF4-FFF2-40B4-BE49-F238E27FC236}">
                <a16:creationId xmlns:a16="http://schemas.microsoft.com/office/drawing/2014/main" id="{7BFA00D7-F1B2-4B75-8816-F8A41D77B388}"/>
              </a:ext>
            </a:extLst>
          </p:cNvPr>
          <p:cNvSpPr>
            <a:spLocks xmlns:a="http://schemas.openxmlformats.org/drawingml/2006/main" noGrp="1"/>
          </p:cNvSpPr>
          <p:nvPr>
            <p:ph idx="12" hasCustomPrompt="1"/>
          </p:nvPr>
        </p:nvSpPr>
        <p:spPr>
          <a:xfrm xmlns:a="http://schemas.openxmlformats.org/drawingml/2006/main">
            <a:off x="6020616" y="1515763"/>
            <a:ext cx="2494735" cy="1342768"/>
          </a:xfrm>
          <a:prstGeom xmlns:a="http://schemas.openxmlformats.org/drawingml/2006/main" prst="rect">
            <a:avLst/>
          </a:prstGeom>
          <a:solidFill xmlns:a="http://schemas.openxmlformats.org/drawingml/2006/main">
            <a:schemeClr val="bg2"/>
          </a:solidFill>
        </p:spPr>
        <p:txBody>
          <a:bodyPr xmlns:a="http://schemas.openxmlformats.org/drawingml/2006/main" lIns="274320" tIns="274320" rIns="274320" bIns="274320" anchor="ctr">
            <a:noAutofit/>
          </a:bodyPr>
          <a:lstStyle xmlns:a="http://schemas.openxmlformats.org/drawingml/2006/main">
            <a:lvl1pPr marL="0" indent="0" algn="ctr">
              <a:buNone/>
              <a:defRPr sz="1800" b="0" i="0">
                <a:latin typeface="+mn-lt"/>
                <a:ea typeface="+mn-lt"/>
                <a:cs typeface="+mn-lt"/>
              </a:defRPr>
            </a:lvl1pPr>
          </a:lstStyle>
          <a:p xmlns:a="http://schemas.openxmlformats.org/drawingml/2006/main">
            <a:pPr lvl="0">
              <a:buNone/>
            </a:pPr>
            <a:r>
              <a:t>Click to add text</a:t>
            </a:r>
          </a:p>
        </p:txBody>
      </p:sp>
      <p:sp>
        <p:nvSpPr>
          <p:cNvPr id="6" name="Content Placeholder 10">
            <a:extLst xmlns:a="http://schemas.openxmlformats.org/drawingml/2006/main">
              <a:ext uri="{FF2B5EF4-FFF2-40B4-BE49-F238E27FC236}">
                <a16:creationId xmlns:a16="http://schemas.microsoft.com/office/drawing/2014/main" id="{FB54EA18-E3C6-49FA-A539-7A559C77E281}"/>
              </a:ext>
            </a:extLst>
          </p:cNvPr>
          <p:cNvSpPr>
            <a:spLocks xmlns:a="http://schemas.openxmlformats.org/drawingml/2006/main" noGrp="1"/>
          </p:cNvSpPr>
          <p:nvPr>
            <p:ph idx="13" hasCustomPrompt="1"/>
          </p:nvPr>
        </p:nvSpPr>
        <p:spPr>
          <a:xfrm xmlns:a="http://schemas.openxmlformats.org/drawingml/2006/main">
            <a:off x="3324634" y="3085072"/>
            <a:ext cx="2494735" cy="1342768"/>
          </a:xfrm>
          <a:prstGeom xmlns:a="http://schemas.openxmlformats.org/drawingml/2006/main" prst="rect">
            <a:avLst/>
          </a:prstGeom>
          <a:solidFill xmlns:a="http://schemas.openxmlformats.org/drawingml/2006/main">
            <a:schemeClr val="bg2"/>
          </a:solidFill>
        </p:spPr>
        <p:txBody>
          <a:bodyPr xmlns:a="http://schemas.openxmlformats.org/drawingml/2006/main" lIns="274320" tIns="274320" rIns="274320" bIns="274320" anchor="ctr">
            <a:noAutofit/>
          </a:bodyPr>
          <a:lstStyle xmlns:a="http://schemas.openxmlformats.org/drawingml/2006/main">
            <a:lvl1pPr marL="0" indent="0" algn="ctr">
              <a:buNone/>
              <a:defRPr sz="1800" b="0" i="0">
                <a:latin typeface="+mn-lt"/>
                <a:ea typeface="+mn-lt"/>
                <a:cs typeface="+mn-lt"/>
              </a:defRPr>
            </a:lvl1pPr>
          </a:lstStyle>
          <a:p xmlns:a="http://schemas.openxmlformats.org/drawingml/2006/main">
            <a:pPr lvl="0">
              <a:buNone/>
            </a:pPr>
            <a:r>
              <a:t>Click to add text</a:t>
            </a:r>
          </a:p>
        </p:txBody>
      </p:sp>
      <p:sp>
        <p:nvSpPr>
          <p:cNvPr id="7" name="Content Placeholder 10">
            <a:extLst xmlns:a="http://schemas.openxmlformats.org/drawingml/2006/main">
              <a:ext uri="{FF2B5EF4-FFF2-40B4-BE49-F238E27FC236}">
                <a16:creationId xmlns:a16="http://schemas.microsoft.com/office/drawing/2014/main" id="{CEB63A00-E757-47F8-96E2-EF588C9587ED}"/>
              </a:ext>
            </a:extLst>
          </p:cNvPr>
          <p:cNvSpPr>
            <a:spLocks xmlns:a="http://schemas.openxmlformats.org/drawingml/2006/main" noGrp="1"/>
          </p:cNvSpPr>
          <p:nvPr>
            <p:ph idx="14" hasCustomPrompt="1"/>
          </p:nvPr>
        </p:nvSpPr>
        <p:spPr>
          <a:xfrm xmlns:a="http://schemas.openxmlformats.org/drawingml/2006/main">
            <a:off x="628651" y="3085072"/>
            <a:ext cx="2494735" cy="1342768"/>
          </a:xfrm>
          <a:prstGeom xmlns:a="http://schemas.openxmlformats.org/drawingml/2006/main" prst="rect">
            <a:avLst/>
          </a:prstGeom>
          <a:solidFill xmlns:a="http://schemas.openxmlformats.org/drawingml/2006/main">
            <a:schemeClr val="bg2"/>
          </a:solidFill>
        </p:spPr>
        <p:txBody>
          <a:bodyPr xmlns:a="http://schemas.openxmlformats.org/drawingml/2006/main" lIns="274320" tIns="274320" rIns="274320" bIns="274320" anchor="ctr">
            <a:noAutofit/>
          </a:bodyPr>
          <a:lstStyle xmlns:a="http://schemas.openxmlformats.org/drawingml/2006/main">
            <a:lvl1pPr marL="0" indent="0" algn="ctr">
              <a:buNone/>
              <a:defRPr sz="1800" b="0" i="0">
                <a:latin typeface="+mn-lt"/>
                <a:ea typeface="+mn-lt"/>
                <a:cs typeface="+mn-lt"/>
              </a:defRPr>
            </a:lvl1pPr>
          </a:lstStyle>
          <a:p xmlns:a="http://schemas.openxmlformats.org/drawingml/2006/main">
            <a:pPr lvl="0">
              <a:buNone/>
            </a:pPr>
            <a:r>
              <a:t>Click to add text</a:t>
            </a:r>
          </a:p>
        </p:txBody>
      </p:sp>
      <p:sp>
        <p:nvSpPr>
          <p:cNvPr id="8" name="Content Placeholder 10">
            <a:extLst xmlns:a="http://schemas.openxmlformats.org/drawingml/2006/main">
              <a:ext uri="{FF2B5EF4-FFF2-40B4-BE49-F238E27FC236}">
                <a16:creationId xmlns:a16="http://schemas.microsoft.com/office/drawing/2014/main" id="{4A3A81CD-91A4-4AFB-8C06-F808E0BACBD6}"/>
              </a:ext>
            </a:extLst>
          </p:cNvPr>
          <p:cNvSpPr>
            <a:spLocks xmlns:a="http://schemas.openxmlformats.org/drawingml/2006/main" noGrp="1"/>
          </p:cNvSpPr>
          <p:nvPr>
            <p:ph idx="15" hasCustomPrompt="1"/>
          </p:nvPr>
        </p:nvSpPr>
        <p:spPr>
          <a:xfrm xmlns:a="http://schemas.openxmlformats.org/drawingml/2006/main">
            <a:off x="6020616" y="3085072"/>
            <a:ext cx="2494735" cy="1342768"/>
          </a:xfrm>
          <a:prstGeom xmlns:a="http://schemas.openxmlformats.org/drawingml/2006/main" prst="rect">
            <a:avLst/>
          </a:prstGeom>
          <a:solidFill xmlns:a="http://schemas.openxmlformats.org/drawingml/2006/main">
            <a:schemeClr val="bg2"/>
          </a:solidFill>
        </p:spPr>
        <p:txBody>
          <a:bodyPr xmlns:a="http://schemas.openxmlformats.org/drawingml/2006/main" lIns="274320" tIns="274320" rIns="274320" bIns="274320" anchor="ctr">
            <a:noAutofit/>
          </a:bodyPr>
          <a:lstStyle xmlns:a="http://schemas.openxmlformats.org/drawingml/2006/main">
            <a:lvl1pPr marL="0" indent="0" algn="ctr">
              <a:buNone/>
              <a:defRPr sz="1800" b="0" i="0">
                <a:latin typeface="+mn-lt"/>
                <a:ea typeface="+mn-lt"/>
                <a:cs typeface="+mn-lt"/>
              </a:defRPr>
            </a:lvl1pPr>
          </a:lstStyle>
          <a:p xmlns:a="http://schemas.openxmlformats.org/drawingml/2006/main">
            <a:pPr lvl="0">
              <a:buNone/>
            </a:pPr>
            <a:r>
              <a:t>Click to add text</a:t>
            </a:r>
          </a:p>
        </p:txBody>
      </p:sp>
    </p:spTree>
  </p:cSld>
</p:sldLayout>
</file>

<file path=ppt/slideLayouts/slideLayout13.xml><?xml version="1.0" encoding="utf-8"?>
<p:sldLayout xmlns:p="http://schemas.openxmlformats.org/presentationml/2006/main">
  <p:cSld name="04_Content Slide (top title bar)">
    <p:spTree>
      <p:nvGrpSpPr>
        <p:cNvPr id="1" name=""/>
        <p:cNvGrpSpPr/>
        <p:nvPr/>
      </p:nvGrpSpPr>
      <p:grpSpPr>
        <a:xfrm xmlns:a="http://schemas.openxmlformats.org/drawingml/2006/main"/>
      </p:grpSpPr>
      <p:pic>
        <p:nvPicPr>
          <p:cNvPr id="13" name="Picture 7"/>
          <p:cNvPicPr>
            <a:picLocks xmlns:a="http://schemas.openxmlformats.org/drawingml/2006/main" noChangeAspect="1"/>
          </p:cNvPicPr>
          <p:nvPr/>
        </p:nvPicPr>
        <p:blipFill>
          <a:blip xmlns:r="http://schemas.openxmlformats.org/officeDocument/2006/relationships" xmlns:a="http://schemas.openxmlformats.org/drawingml/2006/main" r:embed="R5c6fc9bba9544aaf"/>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
        <p:nvSpPr>
          <p:cNvPr id="9" name="Title 1">
            <a:extLst xmlns:a="http://schemas.openxmlformats.org/drawingml/2006/main">
              <a:ext uri="{FF2B5EF4-FFF2-40B4-BE49-F238E27FC236}">
                <a16:creationId xmlns:a16="http://schemas.microsoft.com/office/drawing/2014/main" id="{7BF004E1-6C6E-A41B-2708-AF445AAF3B69}"/>
              </a:ext>
            </a:extLst>
          </p:cNvPr>
          <p:cNvSpPr>
            <a:spLocks xmlns:a="http://schemas.openxmlformats.org/drawingml/2006/main" noGrp="1"/>
          </p:cNvSpPr>
          <p:nvPr>
            <p:ph type="title" idx="0" hasCustomPrompt="1"/>
          </p:nvPr>
        </p:nvSpPr>
        <p:spPr>
          <a:xfrm xmlns:a="http://schemas.openxmlformats.org/drawingml/2006/main">
            <a:off x="793342" y="9336"/>
            <a:ext cx="7548179" cy="463628"/>
          </a:xfrm>
          <a:prstGeom xmlns:a="http://schemas.openxmlformats.org/drawingml/2006/main" prst="rect">
            <a:avLst/>
          </a:prstGeom>
        </p:spPr>
        <p:txBody>
          <a:bodyPr xmlns:a="http://schemas.openxmlformats.org/drawingml/2006/main">
            <a:noAutofit/>
          </a:bodyPr>
          <a:lstStyle xmlns:a="http://schemas.openxmlformats.org/drawingml/2006/main">
            <a:lvl1pPr algn="l">
              <a:buNone/>
              <a:defRPr sz="2800" baseline="0">
                <a:solidFill>
                  <a:schemeClr val="bg1"/>
                </a:solidFill>
                <a:latin typeface="Segoe UI"/>
                <a:ea typeface="Segoe UI"/>
                <a:cs typeface="Segoe UI"/>
              </a:defRPr>
            </a:lvl1pPr>
          </a:lstStyle>
          <a:p xmlns:a="http://schemas.openxmlformats.org/drawingml/2006/main">
            <a:r>
              <a:t>Slide Title Goes Here</a:t>
            </a:r>
          </a:p>
        </p:txBody>
      </p:sp>
      <p:sp>
        <p:nvSpPr>
          <p:cNvPr id="10" name="Content Placeholder 2">
            <a:extLst xmlns:a="http://schemas.openxmlformats.org/drawingml/2006/main">
              <a:ext uri="{FF2B5EF4-FFF2-40B4-BE49-F238E27FC236}">
                <a16:creationId xmlns:a16="http://schemas.microsoft.com/office/drawing/2014/main" id="{5A0E15C9-D306-B736-F041-3C5729A18DE3}"/>
              </a:ext>
            </a:extLst>
          </p:cNvPr>
          <p:cNvSpPr>
            <a:spLocks xmlns:a="http://schemas.openxmlformats.org/drawingml/2006/main" noGrp="1"/>
          </p:cNvSpPr>
          <p:nvPr>
            <p:ph idx="1"/>
          </p:nvPr>
        </p:nvSpPr>
        <p:spPr>
          <a:xfrm xmlns:a="http://schemas.openxmlformats.org/drawingml/2006/main">
            <a:off x="900501" y="987374"/>
            <a:ext cx="7333862" cy="3655572"/>
          </a:xfrm>
        </p:spPr>
        <p:txBody>
          <a:bodyPr xmlns:a="http://schemas.openxmlformats.org/drawingml/2006/main">
            <a:noAutofit/>
          </a:bodyPr>
          <a:lstStyle xmlns:a="http://schemas.openxmlformats.org/drawingml/2006/main">
            <a:lvl1pPr>
              <a:buNone/>
              <a:defRPr sz="2200" baseline="0">
                <a:latin typeface="Open Sans"/>
                <a:ea typeface="Open Sans"/>
                <a:cs typeface="Open Sans"/>
              </a:defRPr>
            </a:lvl1pPr>
            <a:lvl2pPr>
              <a:buNone/>
              <a:defRPr sz="2000" baseline="0">
                <a:latin typeface="Open Sans"/>
                <a:ea typeface="Open Sans"/>
                <a:cs typeface="Open Sans"/>
              </a:defRPr>
            </a:lvl2pPr>
            <a:lvl3pPr>
              <a:buNone/>
              <a:defRPr sz="1800" baseline="0">
                <a:latin typeface="Open Sans"/>
                <a:ea typeface="Open Sans"/>
                <a:cs typeface="Open Sans"/>
              </a:defRPr>
            </a:lvl3pPr>
            <a:lvl4pPr>
              <a:buNone/>
              <a:defRPr sz="1800" baseline="0">
                <a:latin typeface="Open Sans"/>
                <a:ea typeface="Open Sans"/>
                <a:cs typeface="Open Sans"/>
              </a:defRPr>
            </a:lvl4pPr>
            <a:lvl5pPr>
              <a:buNone/>
              <a:defRPr sz="1800" baseline="0">
                <a:latin typeface="Open Sans"/>
                <a:ea typeface="Open Sans"/>
                <a:cs typeface="Open Sans"/>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pic>
        <p:nvPicPr>
          <p:cNvPr id="16" name="Picture 1"/>
          <p:cNvPicPr>
            <a:picLocks xmlns:a="http://schemas.openxmlformats.org/drawingml/2006/main" noChangeAspect="1"/>
          </p:cNvPicPr>
          <p:nvPr/>
        </p:nvPicPr>
        <p:blipFill>
          <a:blip xmlns:r="http://schemas.openxmlformats.org/officeDocument/2006/relationships" xmlns:a="http://schemas.openxmlformats.org/drawingml/2006/main" r:embed="R5c6fc9bba9544aaf"/>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jpeg" Id="R5827176f9aba48b6" /><Relationship Type="http://schemas.openxmlformats.org/officeDocument/2006/relationships/theme" Target="/ppt/slideMasters/theme/theme2.xml" Id="Rfa71c3c5d49149e8" /><Relationship Type="http://schemas.openxmlformats.org/officeDocument/2006/relationships/slideLayout" Target="/ppt/slideLayouts/slideLayout1.xml" Id="R7c72451e549a4dad" /><Relationship Type="http://schemas.openxmlformats.org/officeDocument/2006/relationships/slideLayout" Target="/ppt/slideLayouts/slideLayout2.xml" Id="R7c38f901fbc044de" /><Relationship Type="http://schemas.openxmlformats.org/officeDocument/2006/relationships/slideLayout" Target="/ppt/slideLayouts/slideLayout3.xml" Id="R6abe960ea1cc4fb4" /><Relationship Type="http://schemas.openxmlformats.org/officeDocument/2006/relationships/slideLayout" Target="/ppt/slideLayouts/slideLayout4.xml" Id="R35aa54aa029848d5" /><Relationship Type="http://schemas.openxmlformats.org/officeDocument/2006/relationships/slideLayout" Target="/ppt/slideLayouts/slideLayout5.xml" Id="R951c97bc791647f0" /><Relationship Type="http://schemas.openxmlformats.org/officeDocument/2006/relationships/slideLayout" Target="/ppt/slideLayouts/slideLayout6.xml" Id="R6c72b04dae7a4df6" /><Relationship Type="http://schemas.openxmlformats.org/officeDocument/2006/relationships/slideLayout" Target="/ppt/slideLayouts/slideLayout7.xml" Id="R2bf7e12240ff4c14" /><Relationship Type="http://schemas.openxmlformats.org/officeDocument/2006/relationships/slideLayout" Target="/ppt/slideLayouts/slideLayout8.xml" Id="Rbda858ca01a84e20" /><Relationship Type="http://schemas.openxmlformats.org/officeDocument/2006/relationships/slideLayout" Target="/ppt/slideLayouts/slideLayout9.xml" Id="R7664082261f040dd" /><Relationship Type="http://schemas.openxmlformats.org/officeDocument/2006/relationships/slideLayout" Target="/ppt/slideLayouts/slideLayout10.xml" Id="R8e28abd5c837431c" /><Relationship Type="http://schemas.openxmlformats.org/officeDocument/2006/relationships/slideLayout" Target="/ppt/slideLayouts/slideLayout11.xml" Id="R21b402301a704ac2" /><Relationship Type="http://schemas.openxmlformats.org/officeDocument/2006/relationships/slideLayout" Target="/ppt/slideLayouts/slideLayout12.xml" Id="R9a6b83c6de834195" /><Relationship Type="http://schemas.openxmlformats.org/officeDocument/2006/relationships/slideLayout" Target="/ppt/slideLayouts/slideLayout13.xml" Id="Rfe1c126ae87245c1" /></Relationships>
</file>

<file path=ppt/slideMasters/slideMaster1.xml><?xml version="1.0" encoding="utf-8"?>
<p:sldMaster xmlns:p="http://schemas.openxmlformats.org/presentationml/2006/main">
  <p:cSld>
    <p:bg>
      <p:bgPr>
        <a:blipFill xmlns:a="http://schemas.openxmlformats.org/drawingml/2006/main" rotWithShape="1">
          <a:blip xmlns:r="http://schemas.openxmlformats.org/officeDocument/2006/relationships" r:embed="R5827176f9aba48b6">
            <a:alphaModFix amt="0"/>
          </a:blip>
          <a:srcRect l="0" t="0" r="0" b="0"/>
          <a:stretch>
            <a:fillRect l="0" t="0" r="0" b="0"/>
          </a:stretch>
        </a:blipFill>
      </p:bgPr>
    </p:bg>
    <p:spTree>
      <p:nvGrpSpPr>
        <p:cNvPr id="1" name=""/>
        <p:cNvGrpSpPr/>
        <p:nvPr/>
      </p:nvGrpSpPr>
      <p:grpSpPr>
        <a:xfrm xmlns:a="http://schemas.openxmlformats.org/drawingml/2006/main"/>
      </p:grpSpPr>
      <p:sp>
        <p:nvSpPr>
          <p:cNvPr id="3" name="Text Placeholder 2">
            <a:extLst xmlns:a="http://schemas.openxmlformats.org/drawingml/2006/main">
              <a:ext uri="{FF2B5EF4-FFF2-40B4-BE49-F238E27FC236}">
                <a16:creationId xmlns:a16="http://schemas.microsoft.com/office/drawing/2014/main" id="{E71CD124-60F0-4FDC-B370-14C7BF72F937}"/>
              </a:ext>
            </a:extLst>
          </p:cNvPr>
          <p:cNvSpPr>
            <a:spLocks xmlns:a="http://schemas.openxmlformats.org/drawingml/2006/main" noGrp="1"/>
          </p:cNvSpPr>
          <p:nvPr>
            <p:ph type="body" idx="1"/>
          </p:nvPr>
        </p:nvSpPr>
        <p:spPr>
          <a:xfrm xmlns:a="http://schemas.openxmlformats.org/drawingml/2006/main">
            <a:off x="457200" y="1200151"/>
            <a:ext cx="8229600" cy="3394472"/>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B7489A96-3D6E-4503-86E1-D6CC3ECFDBB6}"/>
              </a:ext>
            </a:extLst>
          </p:cNvPr>
          <p:cNvSpPr>
            <a:spLocks xmlns:a="http://schemas.openxmlformats.org/drawingml/2006/main" noGrp="1"/>
          </p:cNvSpPr>
          <p:nvPr>
            <p:ph type="dt" idx="2"/>
          </p:nvPr>
        </p:nvSpPr>
        <p:spPr>
          <a:xfrm xmlns:a="http://schemas.openxmlformats.org/drawingml/2006/main">
            <a:off x="457200" y="4767263"/>
            <a:ext cx="2133600" cy="273844"/>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latin typeface="Segoe Pro"/>
                <a:ea typeface="Segoe Pro"/>
                <a:cs typeface="Segoe Pro"/>
              </a:defRPr>
            </a:lvl1pPr>
          </a:lstStyle>
          <a:p xmlns:a="http://schemas.openxmlformats.org/drawingml/2006/main">
            <a:fld id="{128B0A6C-EF38-9441-ADBF-8FE45FA6C46E}" type="datetimeFigureOut">
              <a:t>Mon, 6/22/2026</a:t>
            </a:fld>
            <a:endParaRPr/>
          </a:p>
        </p:txBody>
      </p:sp>
      <p:sp>
        <p:nvSpPr>
          <p:cNvPr id="5" name="Footer Placeholder 4">
            <a:extLst xmlns:a="http://schemas.openxmlformats.org/drawingml/2006/main">
              <a:ext uri="{FF2B5EF4-FFF2-40B4-BE49-F238E27FC236}">
                <a16:creationId xmlns:a16="http://schemas.microsoft.com/office/drawing/2014/main" id="{6D697471-6EC7-42B3-A330-4BC18DCE5A25}"/>
              </a:ext>
            </a:extLst>
          </p:cNvPr>
          <p:cNvSpPr>
            <a:spLocks xmlns:a="http://schemas.openxmlformats.org/drawingml/2006/main" noGrp="1"/>
          </p:cNvSpPr>
          <p:nvPr>
            <p:ph type="ftr" idx="3"/>
          </p:nvPr>
        </p:nvSpPr>
        <p:spPr>
          <a:xfrm xmlns:a="http://schemas.openxmlformats.org/drawingml/2006/main">
            <a:off x="3124200" y="4767263"/>
            <a:ext cx="2895600" cy="273844"/>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latin typeface="Segoe Pro"/>
                <a:ea typeface="Segoe Pro"/>
                <a:cs typeface="Segoe Pro"/>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09DFA57-F037-441F-A516-0B483B17EBC0}"/>
              </a:ext>
            </a:extLst>
          </p:cNvPr>
          <p:cNvSpPr>
            <a:spLocks xmlns:a="http://schemas.openxmlformats.org/drawingml/2006/main" noGrp="1"/>
          </p:cNvSpPr>
          <p:nvPr>
            <p:ph type="sldNum" idx="4"/>
          </p:nvPr>
        </p:nvSpPr>
        <p:spPr>
          <a:xfrm xmlns:a="http://schemas.openxmlformats.org/drawingml/2006/main">
            <a:off x="6553200" y="4767263"/>
            <a:ext cx="2133600" cy="273844"/>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latin typeface="Segoe Pro"/>
                <a:ea typeface="Segoe Pro"/>
                <a:cs typeface="Segoe Pro"/>
              </a:defRPr>
            </a:lvl1pPr>
          </a:lstStyle>
          <a:p xmlns:a="http://schemas.openxmlformats.org/drawingml/2006/main">
            <a:fld id="{6D032D76-6BE4-154B-A130-37D069E42354}"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c72451e549a4dad"/>
    <p:sldLayoutId xmlns:r="http://schemas.openxmlformats.org/officeDocument/2006/relationships" id="2147483650" r:id="R7c38f901fbc044de"/>
    <p:sldLayoutId xmlns:r="http://schemas.openxmlformats.org/officeDocument/2006/relationships" id="2147483651" r:id="R6abe960ea1cc4fb4"/>
    <p:sldLayoutId xmlns:r="http://schemas.openxmlformats.org/officeDocument/2006/relationships" id="2147483652" r:id="R35aa54aa029848d5"/>
    <p:sldLayoutId xmlns:r="http://schemas.openxmlformats.org/officeDocument/2006/relationships" id="2147483653" r:id="R951c97bc791647f0"/>
    <p:sldLayoutId xmlns:r="http://schemas.openxmlformats.org/officeDocument/2006/relationships" id="2147483654" r:id="R6c72b04dae7a4df6"/>
    <p:sldLayoutId xmlns:r="http://schemas.openxmlformats.org/officeDocument/2006/relationships" id="2147483655" r:id="R2bf7e12240ff4c14"/>
    <p:sldLayoutId xmlns:r="http://schemas.openxmlformats.org/officeDocument/2006/relationships" id="2147483656" r:id="Rbda858ca01a84e20"/>
    <p:sldLayoutId xmlns:r="http://schemas.openxmlformats.org/officeDocument/2006/relationships" id="2147483657" r:id="R7664082261f040dd"/>
    <p:sldLayoutId xmlns:r="http://schemas.openxmlformats.org/officeDocument/2006/relationships" id="2147483658" r:id="R8e28abd5c837431c"/>
    <p:sldLayoutId xmlns:r="http://schemas.openxmlformats.org/officeDocument/2006/relationships" id="2147483659" r:id="R21b402301a704ac2"/>
    <p:sldLayoutId xmlns:r="http://schemas.openxmlformats.org/officeDocument/2006/relationships" id="2147483660" r:id="R9a6b83c6de834195"/>
    <p:sldLayoutId xmlns:r="http://schemas.openxmlformats.org/officeDocument/2006/relationships" id="2147483661" r:id="Rfe1c126ae87245c1"/>
  </p:sldLayoutIdLst>
  <p:txStyles>
    <p:titleStyle>
      <a:lvl1pPr xmlns:a="http://schemas.openxmlformats.org/drawingml/2006/main" algn="l"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Segoe Pro"/>
          <a:ea typeface="Segoe Pro"/>
          <a:cs typeface="Segoe Pro"/>
        </a:defRPr>
      </a:lvl1pPr>
      <a:lvl2pPr xmlns:a="http://schemas.openxmlformats.org/drawingml/2006/main" marL="742950" indent="-285750" algn="l" defTabSz="457200">
        <a:spcBef>
          <a:spcPct val="20000"/>
        </a:spcBef>
        <a:buFont typeface="Arial"/>
        <a:buChar char="•"/>
        <a:defRPr sz="2800" kern="1200">
          <a:solidFill>
            <a:schemeClr val="tx1"/>
          </a:solidFill>
          <a:latin typeface="Segoe Pro"/>
          <a:ea typeface="Segoe Pro"/>
          <a:cs typeface="Segoe Pro"/>
        </a:defRPr>
      </a:lvl2pPr>
      <a:lvl3pPr xmlns:a="http://schemas.openxmlformats.org/drawingml/2006/main" marL="1143000" indent="-228600" algn="l" defTabSz="457200">
        <a:spcBef>
          <a:spcPct val="20000"/>
        </a:spcBef>
        <a:buFont typeface="Arial"/>
        <a:buChar char="•"/>
        <a:defRPr sz="2400" kern="1200">
          <a:solidFill>
            <a:schemeClr val="tx1"/>
          </a:solidFill>
          <a:latin typeface="Segoe Pro"/>
          <a:ea typeface="Segoe Pro"/>
          <a:cs typeface="Segoe Pro"/>
        </a:defRPr>
      </a:lvl3pPr>
      <a:lvl4pPr xmlns:a="http://schemas.openxmlformats.org/drawingml/2006/main" marL="1600200" indent="-228600" algn="l" defTabSz="457200">
        <a:spcBef>
          <a:spcPct val="20000"/>
        </a:spcBef>
        <a:buFont typeface="Arial"/>
        <a:buChar char="•"/>
        <a:defRPr sz="2000" kern="1200">
          <a:solidFill>
            <a:schemeClr val="tx1"/>
          </a:solidFill>
          <a:latin typeface="Segoe Pro"/>
          <a:ea typeface="Segoe Pro"/>
          <a:cs typeface="Segoe Pro"/>
        </a:defRPr>
      </a:lvl4pPr>
      <a:lvl5pPr xmlns:a="http://schemas.openxmlformats.org/drawingml/2006/main" marL="2057400" indent="-228600" algn="l" defTabSz="457200">
        <a:spcBef>
          <a:spcPct val="20000"/>
        </a:spcBef>
        <a:buFont typeface="Arial"/>
        <a:buChar char="•"/>
        <a:defRPr sz="2000" kern="1200">
          <a:solidFill>
            <a:schemeClr val="tx1"/>
          </a:solidFill>
          <a:latin typeface="Segoe Pro"/>
          <a:ea typeface="Segoe Pro"/>
          <a:cs typeface="Segoe Pro"/>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Standard_LiveLessons_2017">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3.xml" Id="Rdd4b9b9cf3cc4768" /><Relationship Type="http://schemas.openxmlformats.org/officeDocument/2006/relationships/image" Target="/ppt/media/image9.jpeg" Id="Rf27775ea71f8422d" /><Relationship Type="http://schemas.openxmlformats.org/officeDocument/2006/relationships/image" Target="/ppt/media/image6.png" Id="Rc29ac69993a44d14" /><Relationship Type="http://schemas.openxmlformats.org/officeDocument/2006/relationships/notesSlide" Target="/ppt/notesSlides/notesSlide1.xml" Id="R5fb0e7d0fed146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4.xml" Id="Rce25f062dc64491e" /><Relationship Type="http://schemas.openxmlformats.org/officeDocument/2006/relationships/image" Target="/ppt/media/image7.png" Id="R54ca9b6966764e0c" /><Relationship Type="http://schemas.openxmlformats.org/officeDocument/2006/relationships/image" Target="/ppt/media/image8.png" Id="R5031fc5b82a94c93" /><Relationship Type="http://schemas.openxmlformats.org/officeDocument/2006/relationships/notesSlide" Target="/ppt/notesSlides/notesSlide2.xml" Id="R7b8d87aaf2c747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8.xml" Id="R98822823dfbd49c6" /><Relationship Type="http://schemas.openxmlformats.org/officeDocument/2006/relationships/notesSlide" Target="/ppt/notesSlides/notesSlide3.xml" Id="R19327579270f46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8.xml" Id="R1cfc67d7de5a48a1" /><Relationship Type="http://schemas.openxmlformats.org/officeDocument/2006/relationships/notesSlide" Target="/ppt/notesSlides/notesSlide4.xml" Id="Ra981c3b6a46e4a9b" /></Relationships>
</file>

<file path=ppt/slides/_rels/slide5.xml.rels>&#65279;<?xml version="1.0" encoding="utf-8"?><Relationships xmlns="http://schemas.openxmlformats.org/package/2006/relationships"><Relationship Type="http://schemas.openxmlformats.org/officeDocument/2006/relationships/slideLayout" Target="/ppt/slideLayouts/slideLayout8.xml" Id="R637effccd2154dc5" /><Relationship Type="http://schemas.openxmlformats.org/officeDocument/2006/relationships/notesSlide" Target="/ppt/notesSlides/notesSlide5.xml" Id="R4ef00f50112c46de" /></Relationships>
</file>

<file path=ppt/slides/_rels/slide6.xml.rels>&#65279;<?xml version="1.0" encoding="utf-8"?><Relationships xmlns="http://schemas.openxmlformats.org/package/2006/relationships"><Relationship Type="http://schemas.openxmlformats.org/officeDocument/2006/relationships/slideLayout" Target="/ppt/slideLayouts/slideLayout8.xml" Id="Re395511475644162" /><Relationship Type="http://schemas.openxmlformats.org/officeDocument/2006/relationships/notesSlide" Target="/ppt/notesSlides/notesSlide6.xml" Id="R97d82fbc825d43c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3.xml" Id="R16490208d8a048ab" /><Relationship Type="http://schemas.openxmlformats.org/officeDocument/2006/relationships/image" Target="/ppt/media/image9.png" Id="R5140817d4b5f41ff" /><Relationship Type="http://schemas.openxmlformats.org/officeDocument/2006/relationships/image" Target="/ppt/media/image10.png" Id="R4d407ab7b0624711" /><Relationship Type="http://schemas.openxmlformats.org/officeDocument/2006/relationships/notesSlide" Target="/ppt/notesSlides/notesSlide7.xml" Id="Re75daeee57d9416c" /></Relationships>
</file>

<file path=ppt/slides/_rels/slide8.xml.rels>&#65279;<?xml version="1.0" encoding="utf-8"?><Relationships xmlns="http://schemas.openxmlformats.org/package/2006/relationships"><Relationship Type="http://schemas.openxmlformats.org/officeDocument/2006/relationships/slideLayout" Target="/ppt/slideLayouts/slideLayout8.xml" Id="R7bc6608a7328411e" /><Relationship Type="http://schemas.openxmlformats.org/officeDocument/2006/relationships/notesSlide" Target="/ppt/notesSlides/notesSlide8.xml" Id="Rb6db0cf894ab4a63" /></Relationships>
</file>

<file path=ppt/slides/_rels/slide9.xml.rels>&#65279;<?xml version="1.0" encoding="utf-8"?><Relationships xmlns="http://schemas.openxmlformats.org/package/2006/relationships"><Relationship Type="http://schemas.openxmlformats.org/officeDocument/2006/relationships/slideLayout" Target="/ppt/slideLayouts/slideLayout8.xml" Id="R0bf5248ba9b54b50" /><Relationship Type="http://schemas.openxmlformats.org/officeDocument/2006/relationships/notesSlide" Target="/ppt/notesSlides/notesSlide9.xml" Id="R6c072dac2781430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8.xml" Id="Ra80600fb19c14a53" /><Relationship Type="http://schemas.openxmlformats.org/officeDocument/2006/relationships/notesSlide" Target="/ppt/notesSlides/notesSlide10.xml" Id="R74d190d9f3654a4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8.xml" Id="Rd45527acdd734897" /><Relationship Type="http://schemas.openxmlformats.org/officeDocument/2006/relationships/notesSlide" Target="/ppt/notesSlides/notesSlide11.xml" Id="R5c1216683fbe418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8.xml" Id="R40da8360bff84661" /><Relationship Type="http://schemas.openxmlformats.org/officeDocument/2006/relationships/notesSlide" Target="/ppt/notesSlides/notesSlide12.xml" Id="Rc5b772f36bbc4c5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8.xml" Id="R3def1fe505904e32" /><Relationship Type="http://schemas.openxmlformats.org/officeDocument/2006/relationships/notesSlide" Target="/ppt/notesSlides/notesSlide13.xml" Id="R7bc4c831208e4bb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8.xml" Id="R7dee963e56434438" /><Relationship Type="http://schemas.openxmlformats.org/officeDocument/2006/relationships/notesSlide" Target="/ppt/notesSlides/notesSlide14.xml" Id="Rd8d50834579d478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8.xml" Id="Rfd75f1a5e72d4989" /><Relationship Type="http://schemas.openxmlformats.org/officeDocument/2006/relationships/notesSlide" Target="/ppt/notesSlides/notesSlide15.xml" Id="Ra993c504d9794b2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8.xml" Id="R52746a42aaca4d22" /><Relationship Type="http://schemas.openxmlformats.org/officeDocument/2006/relationships/notesSlide" Target="/ppt/notesSlides/notesSlide16.xml" Id="Rf44af3f803444f9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8.xml" Id="R3692c4e4c59a4f8c" /><Relationship Type="http://schemas.openxmlformats.org/officeDocument/2006/relationships/notesSlide" Target="/ppt/notesSlides/notesSlide17.xml" Id="R5cdfa665463e41e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8.xml" Id="R033bf5d151874ad8" /><Relationship Type="http://schemas.openxmlformats.org/officeDocument/2006/relationships/notesSlide" Target="/ppt/notesSlides/notesSlide18.xml" Id="R945b8148281d414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8.xml" Id="Refee77e1a3814b0f" /><Relationship Type="http://schemas.openxmlformats.org/officeDocument/2006/relationships/notesSlide" Target="/ppt/notesSlides/notesSlide19.xml" Id="R3de5812c9d05446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8.xml" Id="Rc601aab5b6fb4b85" /><Relationship Type="http://schemas.openxmlformats.org/officeDocument/2006/relationships/notesSlide" Target="/ppt/notesSlides/notesSlide20.xml" Id="R441dc84824bf4b5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8.xml" Id="R0653c242df2741f6" /><Relationship Type="http://schemas.openxmlformats.org/officeDocument/2006/relationships/notesSlide" Target="/ppt/notesSlides/notesSlide21.xml" Id="R7d38eea121bf4df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8.xml" Id="R96bbdb2783eb4771" /><Relationship Type="http://schemas.openxmlformats.org/officeDocument/2006/relationships/notesSlide" Target="/ppt/notesSlides/notesSlide22.xml" Id="R9f04a3712a2f4c3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8.xml" Id="Ra57fac3a9e1d4c73" /><Relationship Type="http://schemas.openxmlformats.org/officeDocument/2006/relationships/notesSlide" Target="/ppt/notesSlides/notesSlide23.xml" Id="Rd7e2b9cdbbdf460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4.xml" Id="R2f77939441494364" /><Relationship Type="http://schemas.openxmlformats.org/officeDocument/2006/relationships/diagramData" Target="/ppt/graphics/data1.xml" Id="R9d2bc8518503427d" /><Relationship Type="http://schemas.openxmlformats.org/officeDocument/2006/relationships/diagramLayout" Target="/ppt/graphics/layout1.xml" Id="Rb0a70c4a9bd548c2" /><Relationship Type="http://schemas.openxmlformats.org/officeDocument/2006/relationships/image" Target="/ppt/media/image7.png" Id="R8a5a7fc5127041dc" /><Relationship Type="http://schemas.openxmlformats.org/officeDocument/2006/relationships/image" Target="/ppt/media/image8.png" Id="Rb9340a0a192b4663" /><Relationship Type="http://schemas.openxmlformats.org/officeDocument/2006/relationships/notesSlide" Target="/ppt/notesSlides/notesSlide24.xml" Id="R7a688aeae01049a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f27775ea71f8422d"/>
          <a:stretch xmlns:a="http://schemas.openxmlformats.org/drawingml/2006/main"/>
        </p:blipFill>
        <p:spPr>
          <a:xfrm xmlns:a="http://schemas.openxmlformats.org/drawingml/2006/main">
            <a:off x="0" y="191"/>
            <a:ext cx="9144000" cy="5143118"/>
          </a:xfrm>
          <a:prstGeom xmlns:a="http://schemas.openxmlformats.org/drawingml/2006/main" prst="rect">
            <a:avLst/>
          </a:prstGeom>
        </p:spPr>
      </p:pic>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c29ac69993a44d14"/>
          <a:stretch xmlns:a="http://schemas.openxmlformats.org/drawingml/2006/main"/>
        </p:blipFill>
        <p:spPr>
          <a:xfrm xmlns:a="http://schemas.openxmlformats.org/drawingml/2006/main">
            <a:off x="506921" y="343767"/>
            <a:ext cx="1290733" cy="243534"/>
          </a:xfrm>
          <a:prstGeom xmlns:a="http://schemas.openxmlformats.org/drawingml/2006/main" prst="rect">
            <a:avLst/>
          </a:prstGeom>
        </p:spPr>
      </p:pic>
      <p:sp>
        <p:nvSpPr>
          <p:cNvPr id="3" name="Course title">
            <a:extLst xmlns:a="http://schemas.openxmlformats.org/drawingml/2006/main">
              <a:ext uri="{FF2B5EF4-FFF2-40B4-BE49-F238E27FC236}">
                <a16:creationId xmlns:a16="http://schemas.microsoft.com/office/drawing/2014/main" id="{7A6FAD15-0596-4753-AFAF-9BCD3545C7F0}"/>
              </a:ext>
            </a:extLst>
          </p:cNvPr>
          <p:cNvSpPr>
            <a:spLocks xmlns:a="http://schemas.openxmlformats.org/drawingml/2006/main" noGrp="1"/>
          </p:cNvSpPr>
          <p:nvPr/>
        </p:nvSpPr>
        <p:spPr>
          <a:xfrm xmlns:a="http://schemas.openxmlformats.org/drawingml/2006/main">
            <a:off x="137160" y="1068324"/>
            <a:ext cx="5120640" cy="2103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000" b="1">
                <a:solidFill>
                  <a:srgbClr val="FFFFFF"/>
                </a:solidFill>
                <a:latin typeface="Arial"/>
                <a:ea typeface="Arial"/>
                <a:cs typeface="Arial"/>
              </a:defRPr>
            </a:pPr>
            <a:r>
              <a:rPr sz="3000" b="1">
                <a:solidFill>
                  <a:srgbClr val="FFFFFF"/>
                </a:solidFill>
                <a:latin typeface="Arial"/>
                <a:ea typeface="Arial"/>
                <a:cs typeface="Arial"/>
              </a:rPr>
              <a:t>Pass Your GitHub</a:t>
            </a:r>
          </a:p>
          <a:p xmlns:a="http://schemas.openxmlformats.org/drawingml/2006/main">
            <a:pPr>
              <a:defRPr sz="3000" b="1">
                <a:solidFill>
                  <a:srgbClr val="FFFFFF"/>
                </a:solidFill>
                <a:latin typeface="Arial"/>
                <a:ea typeface="Arial"/>
                <a:cs typeface="Arial"/>
              </a:defRPr>
            </a:pPr>
            <a:r>
              <a:rPr sz="3000" b="1">
                <a:solidFill>
                  <a:srgbClr val="FFFFFF"/>
                </a:solidFill>
                <a:latin typeface="Arial"/>
                <a:ea typeface="Arial"/>
                <a:cs typeface="Arial"/>
              </a:rPr>
              <a:t>Copilot Certification</a:t>
            </a:r>
          </a:p>
          <a:p xmlns:a="http://schemas.openxmlformats.org/drawingml/2006/main">
            <a:pPr>
              <a:defRPr sz="3000" b="1">
                <a:solidFill>
                  <a:srgbClr val="FFFFFF"/>
                </a:solidFill>
                <a:latin typeface="Arial"/>
                <a:ea typeface="Arial"/>
                <a:cs typeface="Arial"/>
              </a:defRPr>
            </a:pPr>
            <a:r>
              <a:rPr sz="3000" b="1">
                <a:solidFill>
                  <a:srgbClr val="FFFFFF"/>
                </a:solidFill>
                <a:latin typeface="Arial"/>
                <a:ea typeface="Arial"/>
                <a:cs typeface="Arial"/>
              </a:rPr>
              <a:t>Exam!</a:t>
            </a:r>
          </a:p>
        </p:txBody>
      </p:sp>
      <p:sp>
        <p:nvSpPr>
          <p:cNvPr id="4" name="Author">
            <a:extLst xmlns:a="http://schemas.openxmlformats.org/drawingml/2006/main">
              <a:ext uri="{FF2B5EF4-FFF2-40B4-BE49-F238E27FC236}">
                <a16:creationId xmlns:a16="http://schemas.microsoft.com/office/drawing/2014/main" id="{C4F99BA8-7A5E-49E7-90FE-83D9F067456C}"/>
              </a:ext>
            </a:extLst>
          </p:cNvPr>
          <p:cNvSpPr>
            <a:spLocks xmlns:a="http://schemas.openxmlformats.org/drawingml/2006/main" noGrp="1"/>
          </p:cNvSpPr>
          <p:nvPr/>
        </p:nvSpPr>
        <p:spPr>
          <a:xfrm xmlns:a="http://schemas.openxmlformats.org/drawingml/2006/main">
            <a:off x="502920" y="4495800"/>
            <a:ext cx="542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FFFFFF"/>
                </a:solidFill>
                <a:latin typeface="Arial"/>
                <a:ea typeface="Arial"/>
                <a:cs typeface="Arial"/>
              </a:defRPr>
            </a:pPr>
            <a:r>
              <a:rPr sz="1650">
                <a:solidFill>
                  <a:srgbClr val="FFFFFF"/>
                </a:solidFill>
                <a:latin typeface="Arial"/>
                <a:ea typeface="Arial"/>
                <a:cs typeface="Arial"/>
              </a:rPr>
              <a:t>Tim Warner  |  TechTrainerTim.com</a:t>
            </a:r>
          </a:p>
        </p:txBody>
      </p:sp>
    </p:spTree>
    <p:extLst>
      <p:ext uri="{BB962C8B-B14F-4D97-AF65-F5344CB8AC3E}">
        <p14:creationId xmlns:p14="http://schemas.microsoft.com/office/powerpoint/2010/main" val="219208853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499EFF8-D9AC-F84D-8949-EF6A66C5173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Tim Warner</a:t>
            </a:r>
          </a:p>
        </p:txBody>
      </p:sp>
      <p:sp>
        <p:nvSpPr>
          <p:cNvPr id="3" name="Content Placeholder 2">
            <a:extLst xmlns:a="http://schemas.openxmlformats.org/drawingml/2006/main">
              <a:ext uri="{FF2B5EF4-FFF2-40B4-BE49-F238E27FC236}">
                <a16:creationId xmlns:a16="http://schemas.microsoft.com/office/drawing/2014/main" id="{510B1FA3-9927-F74A-8D15-783CB3AE14C0}"/>
              </a:ext>
            </a:extLst>
          </p:cNvPr>
          <p:cNvSpPr>
            <a:spLocks xmlns:a="http://schemas.openxmlformats.org/drawingml/2006/main" noGrp="1"/>
          </p:cNvSpPr>
          <p:nvPr>
            <p:ph idx="1"/>
          </p:nvPr>
        </p:nvSpPr>
        <p:spPr>
          <a:xfrm xmlns:a="http://schemas.openxmlformats.org/drawingml/2006/main">
            <a:off x="1210101" y="0"/>
            <a:ext cx="5412767" cy="5143500"/>
          </a:xfrm>
        </p:spPr>
        <p:txBody>
          <a:bodyPr xmlns:a="http://schemas.openxmlformats.org/drawingml/2006/main" anchor="ctr"/>
          <a:lstStyle xmlns:a="http://schemas.openxmlformats.org/drawingml/2006/main"/>
          <a:p xmlns:a="http://schemas.openxmlformats.org/drawingml/2006/main">
            <a:r>
              <a:t>Microsoft MVP, Azure AI</a:t>
            </a:r>
          </a:p>
          <a:p xmlns:a="http://schemas.openxmlformats.org/drawingml/2006/main">
            <a:r>
              <a:t>28+ years on the Microsoft stack</a:t>
            </a:r>
          </a:p>
          <a:p xmlns:a="http://schemas.openxmlformats.org/drawingml/2006/main">
            <a:r>
              <a:t>Technical educator and course author</a:t>
            </a:r>
          </a:p>
          <a:p xmlns:a="http://schemas.openxmlformats.org/drawingml/2006/main">
            <a:r>
              <a:t>TechTrainerTim.com</a:t>
            </a:r>
          </a:p>
        </p:txBody>
      </p:sp>
      <p:pic>
        <p:nvPicPr>
          <p:cNvPr id="8" name="Picture 3"/>
          <p:cNvPicPr>
            <a:picLocks xmlns:a="http://schemas.openxmlformats.org/drawingml/2006/main" noChangeAspect="1"/>
          </p:cNvPicPr>
          <p:nvPr/>
        </p:nvPicPr>
        <p:blipFill>
          <a:blip xmlns:r="http://schemas.openxmlformats.org/officeDocument/2006/relationships" xmlns:a="http://schemas.openxmlformats.org/drawingml/2006/main" r:embed="R54ca9b6966764e0c"/>
          <a:stretch xmlns:a="http://schemas.openxmlformats.org/drawingml/2006/main">
            <a:fillRect l="0" t="0" r="0" b="0"/>
          </a:stretch>
        </p:blipFill>
        <p:spPr>
          <a:xfrm xmlns:a="http://schemas.openxmlformats.org/drawingml/2006/main">
            <a:off x="6477638" y="1618786"/>
            <a:ext cx="2313384" cy="1994670"/>
          </a:xfrm>
          <a:prstGeom xmlns:a="http://schemas.openxmlformats.org/drawingml/2006/main" prst="rect">
            <a:avLst/>
          </a:prstGeom>
        </p:spPr>
      </p:pic>
      <p:pic>
        <p:nvPicPr>
          <p:cNvPr id="9" name="Picture 4"/>
          <p:cNvPicPr>
            <a:picLocks xmlns:a="http://schemas.openxmlformats.org/drawingml/2006/main" noChangeAspect="1"/>
          </p:cNvPicPr>
          <p:nvPr/>
        </p:nvPicPr>
        <p:blipFill>
          <a:blip xmlns:r="http://schemas.openxmlformats.org/officeDocument/2006/relationships" xmlns:a="http://schemas.openxmlformats.org/drawingml/2006/main" r:embed="R5031fc5b82a94c93"/>
          <a:stretch xmlns:a="http://schemas.openxmlformats.org/drawingml/2006/main">
            <a:fillRect l="0" t="0" r="0" b="0"/>
          </a:stretch>
        </p:blipFill>
        <p:spPr>
          <a:xfrm xmlns:a="http://schemas.openxmlformats.org/drawingml/2006/main">
            <a:off x="32657" y="1962150"/>
            <a:ext cx="1072968" cy="1072968"/>
          </a:xfrm>
          <a:prstGeom xmlns:a="http://schemas.openxmlformats.org/drawingml/2006/main" prst="rect">
            <a:avLst/>
          </a:prstGeom>
        </p:spPr>
      </p:pic>
    </p:spTree>
    <p:extLst>
      <p:ext uri="{BB962C8B-B14F-4D97-AF65-F5344CB8AC3E}">
        <p14:creationId xmlns:p14="http://schemas.microsoft.com/office/powerpoint/2010/main" val="189248052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What you will be able to do</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Validate a generated change with evidence</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Choose the right Copilot surface and context</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Apply safeguards and plan your GH-300 study</a:t>
            </a:r>
          </a:p>
        </p:txBody>
      </p:sp>
    </p:spTree>
    <p:extLst>
      <p:ext uri="{BB962C8B-B14F-4D97-AF65-F5344CB8AC3E}">
        <p14:creationId xmlns:p14="http://schemas.microsoft.com/office/powerpoint/2010/main" val="409809993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GH-300: six domains</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Responsible use   15-20%</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Copilot features   25-30%</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Data and architecture   10-15%</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Prompt engineering and context   10-15%</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Developer productivity   10-15%</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Privacy and safeguards   10-15%</a:t>
            </a:r>
          </a:p>
        </p:txBody>
      </p:sp>
    </p:spTree>
    <p:extLst>
      <p:ext uri="{BB962C8B-B14F-4D97-AF65-F5344CB8AC3E}">
        <p14:creationId xmlns:p14="http://schemas.microsoft.com/office/powerpoint/2010/main" val="409809993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Our four-hour route</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9:00   Responsible habits and validation</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10:00   IDE, Chat, CLI, reusable prompts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11:00   Data, agents, MCP, and context</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12:00   Safeguards, productivity, mini mock</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12:55   Tonight's study plan</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1:00   Finish</a:t>
            </a:r>
          </a:p>
        </p:txBody>
      </p:sp>
    </p:spTree>
    <p:extLst>
      <p:ext uri="{BB962C8B-B14F-4D97-AF65-F5344CB8AC3E}">
        <p14:creationId xmlns:p14="http://schemas.microsoft.com/office/powerpoint/2010/main" val="409809993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A364166-601F-40DD-95B0-100D121D02E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Course materials</a:t>
            </a:r>
          </a:p>
        </p:txBody>
      </p:sp>
      <p:sp>
        <p:nvSpPr>
          <p:cNvPr id="7" name="Rectangle 6">
            <a:extLst xmlns:a="http://schemas.openxmlformats.org/drawingml/2006/main">
              <a:ext uri="{FF2B5EF4-FFF2-40B4-BE49-F238E27FC236}">
                <a16:creationId xmlns:a16="http://schemas.microsoft.com/office/drawing/2014/main" id="{2261ADE4-9EEE-29A6-C5EE-F9443C0FC968}"/>
              </a:ext>
            </a:extLst>
          </p:cNvPr>
          <p:cNvSpPr>
            <a:spLocks xmlns:a="http://schemas.openxmlformats.org/drawingml/2006/main" noGrp="1"/>
          </p:cNvSpPr>
          <p:nvPr/>
        </p:nvSpPr>
        <p:spPr>
          <a:xfrm xmlns:a="http://schemas.openxmlformats.org/drawingml/2006/main">
            <a:off x="76200" y="2114550"/>
            <a:ext cx="8915400" cy="1200329"/>
          </a:xfrm>
          <a:prstGeom xmlns:a="http://schemas.openxmlformats.org/drawingml/2006/main" prst="rect">
            <a:avLst/>
          </a:prstGeom>
        </p:spPr>
        <p:style>
          <a:lnRef xmlns:a="http://schemas.openxmlformats.org/drawingml/2006/main" idx="2">
            <a:schemeClr val="accent5"/>
          </a:lnRef>
          <a:fillRef xmlns:a="http://schemas.openxmlformats.org/drawingml/2006/main" idx="1">
            <a:schemeClr val="lt1"/>
          </a:fillRef>
          <a:effectRef xmlns:a="http://schemas.openxmlformats.org/drawingml/2006/main" idx="0">
            <a:schemeClr val="accent5"/>
          </a:effectRef>
          <a:fontRef xmlns:a="http://schemas.openxmlformats.org/drawingml/2006/main" idx="minor">
            <a:schemeClr val="dk1"/>
          </a:fontRef>
        </p:style>
        <p:txBody>
          <a:bodyPr xmlns:a="http://schemas.openxmlformats.org/drawingml/2006/main" wrap="square" lIns="91440" tIns="45720" rIns="91440" bIns="45720">
            <a:spAutoFit/>
          </a:bodyPr>
          <a:lstStyle xmlns:a="http://schemas.openxmlformats.org/drawingml/2006/main"/>
          <a:p xmlns:a="http://schemas.openxmlformats.org/drawingml/2006/main">
            <a:pPr algn="ctr">
              <a:buNone/>
            </a:pPr>
            <a:r>
              <a:rPr sz="3600">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a:ea typeface="JetBrains Mono"/>
                <a:cs typeface="JetBrains Mono"/>
              </a:rPr>
              <a:t>github.com/</a:t>
            </a:r>
            <a:r>
              <a:rPr sz="3600">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a:ea typeface="JetBrains Mono"/>
                <a:cs typeface="JetBrains Mono"/>
              </a:rPr>
              <a:t>timothywarner</a:t>
            </a:r>
            <a:r>
              <a:rPr sz="3600">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a:ea typeface="JetBrains Mono"/>
                <a:cs typeface="JetBrains Mono"/>
              </a:rPr>
              <a:t>-org/</a:t>
            </a:r>
            <a:br/>
            <a:r>
              <a:rPr sz="3600">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a:ea typeface="JetBrains Mono"/>
                <a:cs typeface="JetBrains Mono"/>
              </a:rPr>
              <a:t>copilot-cert-prep</a:t>
            </a:r>
          </a:p>
        </p:txBody>
      </p:sp>
    </p:spTree>
    <p:extLst>
      <p:ext uri="{BB962C8B-B14F-4D97-AF65-F5344CB8AC3E}">
        <p14:creationId xmlns:p14="http://schemas.microsoft.com/office/powerpoint/2010/main" val="256518293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8DE03C8-8D21-7742-BC45-5373CF43F0B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Tim's IT Certification Study Model</a:t>
            </a:r>
          </a:p>
        </p:txBody>
      </p:sp>
      <p:pic>
        <p:nvPicPr>
          <p:cNvPr id="6" name="Picture 4"/>
          <p:cNvPicPr>
            <a:picLocks xmlns:a="http://schemas.openxmlformats.org/drawingml/2006/main" noChangeAspect="1"/>
          </p:cNvPicPr>
          <p:nvPr/>
        </p:nvPicPr>
        <p:blipFill>
          <a:blip xmlns:r="http://schemas.openxmlformats.org/officeDocument/2006/relationships" xmlns:a="http://schemas.openxmlformats.org/drawingml/2006/main" r:embed="R5140817d4b5f41ff"/>
          <a:stretch xmlns:a="http://schemas.openxmlformats.org/drawingml/2006/main">
            <a:fillRect l="0" t="0" r="0" b="0"/>
          </a:stretch>
        </p:blipFill>
        <p:spPr>
          <a:xfrm xmlns:a="http://schemas.openxmlformats.org/drawingml/2006/main" rot="0" flipH="0" flipV="0">
            <a:off x="1025607" y="810634"/>
            <a:ext cx="7083648" cy="3968535"/>
          </a:xfrm>
          <a:prstGeom xmlns:a="http://schemas.openxmlformats.org/drawingml/2006/main" prst="rect">
            <a:avLst/>
          </a:prstGeom>
        </p:spPr>
      </p:pic>
      <p:pic>
        <p:nvPicPr>
          <p:cNvPr id="7" name="Picture 8"/>
          <p:cNvPicPr>
            <a:picLocks xmlns:a="http://schemas.openxmlformats.org/drawingml/2006/main" noChangeAspect="1"/>
          </p:cNvPicPr>
          <p:nvPr/>
        </p:nvPicPr>
        <p:blipFill>
          <a:blip xmlns:r="http://schemas.openxmlformats.org/officeDocument/2006/relationships" xmlns:a="http://schemas.openxmlformats.org/drawingml/2006/main" r:embed="R4d407ab7b0624711"/>
          <a:stretch xmlns:a="http://schemas.openxmlformats.org/drawingml/2006/main">
            <a:fillRect l="0" t="0" r="0" b="0"/>
          </a:stretch>
        </p:blipFill>
        <p:spPr>
          <a:xfrm xmlns:a="http://schemas.openxmlformats.org/drawingml/2006/main" rot="0" flipH="0" flipV="0">
            <a:off x="1585279" y="917086"/>
            <a:ext cx="5431538" cy="411199"/>
          </a:xfrm>
          <a:prstGeom xmlns:a="http://schemas.openxmlformats.org/drawingml/2006/main" prst="rect">
            <a:avLst/>
          </a:prstGeom>
        </p:spPr>
      </p:pic>
    </p:spTree>
    <p:extLst>
      <p:ext uri="{BB962C8B-B14F-4D97-AF65-F5344CB8AC3E}">
        <p14:creationId xmlns:p14="http://schemas.microsoft.com/office/powerpoint/2010/main" val="297303935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A plausible answer is a proposal</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Does that API exist?</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Does the code meet the requirement?</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What data and permissions does it use?</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What evidence supports accepting it?</a:t>
            </a:r>
          </a:p>
        </p:txBody>
      </p:sp>
    </p:spTree>
    <p:extLst>
      <p:ext uri="{BB962C8B-B14F-4D97-AF65-F5344CB8AC3E}">
        <p14:creationId xmlns:p14="http://schemas.microsoft.com/office/powerpoint/2010/main" val="409809993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Choose the smallest useful surface</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Inline: continue a bounded code expression</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Chat: explain and compare with context</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CLI: work interactively in the terminal</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Agent: coordinate edits and tool use</a:t>
            </a:r>
          </a:p>
        </p:txBody>
      </p:sp>
    </p:spTree>
    <p:extLst>
      <p:ext uri="{BB962C8B-B14F-4D97-AF65-F5344CB8AC3E}">
        <p14:creationId xmlns:p14="http://schemas.microsoft.com/office/powerpoint/2010/main" val="409809993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One task, two surfaces</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Explain search in src/app.js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Compare Chat and Copilot CLI evidence</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Preserve the menu and tips.json contract</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Verify mixed-case and no-match behavior</a:t>
            </a:r>
          </a:p>
        </p:txBody>
      </p:sp>
    </p:spTree>
    <p:extLst>
      <p:ext uri="{BB962C8B-B14F-4D97-AF65-F5344CB8AC3E}">
        <p14:creationId xmlns:p14="http://schemas.microsoft.com/office/powerpoint/2010/main" val="409809993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Make useful guidance reusable</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Instructions: project conventions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Prompt files: a task you invoke</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Custom agents: a focused role and tools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Skills: procedures and supporting resources</a:t>
            </a:r>
          </a:p>
        </p:txBody>
      </p:sp>
    </p:spTree>
    <p:extLst>
      <p:ext uri="{BB962C8B-B14F-4D97-AF65-F5344CB8AC3E}">
        <p14:creationId xmlns:p14="http://schemas.microsoft.com/office/powerpoint/2010/main" val="409809993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Follow the context</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Request + selected files + relevant history</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Retrieval and tool results, when available</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Prompt construction and model processing</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Applicable filtering, then human review</a:t>
            </a:r>
          </a:p>
        </p:txBody>
      </p:sp>
    </p:spTree>
    <p:extLst>
      <p:ext uri="{BB962C8B-B14F-4D97-AF65-F5344CB8AC3E}">
        <p14:creationId xmlns:p14="http://schemas.microsoft.com/office/powerpoint/2010/main" val="409809993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Better context narrows the task</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Goal: improve WoodGrove's tip search</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Context: app.js and tips.json</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Constraint: preserve menu and schema</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Evidence: focused diff and behavior checks</a:t>
            </a:r>
          </a:p>
        </p:txBody>
      </p:sp>
    </p:spTree>
    <p:extLst>
      <p:ext uri="{BB962C8B-B14F-4D97-AF65-F5344CB8AC3E}">
        <p14:creationId xmlns:p14="http://schemas.microsoft.com/office/powerpoint/2010/main" val="409809993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Plan, act, verify</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Plan: scope, dependencies, acceptance checks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Act: bounded edits and permitted tools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Verify: tests, diff, unresolved assumptions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Review: a person owns the release decision</a:t>
            </a:r>
          </a:p>
        </p:txBody>
      </p:sp>
    </p:spTree>
    <p:extLst>
      <p:ext uri="{BB962C8B-B14F-4D97-AF65-F5344CB8AC3E}">
        <p14:creationId xmlns:p14="http://schemas.microsoft.com/office/powerpoint/2010/main" val="409809993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A session is a unit of work</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Session: its own history and context</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Handoff: inspect the continuation session</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Subagent: delegated context, result returned</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Shared checkout: shared files can still conflict</a:t>
            </a:r>
          </a:p>
        </p:txBody>
      </p:sp>
    </p:spTree>
    <p:extLst>
      <p:ext uri="{BB962C8B-B14F-4D97-AF65-F5344CB8AC3E}">
        <p14:creationId xmlns:p14="http://schemas.microsoft.com/office/powerpoint/2010/main" val="4098099930"/>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MCP adds a source or tool</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Inspect the server and its permissions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Retrieve a current primary source</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Use the evidence for one bounded decision</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Verify the result and its limitations</a:t>
            </a:r>
          </a:p>
        </p:txBody>
      </p:sp>
    </p:spTree>
    <p:extLst>
      <p:ext uri="{BB962C8B-B14F-4D97-AF65-F5344CB8AC3E}">
        <p14:creationId xmlns:p14="http://schemas.microsoft.com/office/powerpoint/2010/main" val="4098099930"/>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Tests should challenge the proposal</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Start with the actual requirement</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Cover meaningful failure and boundary cases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Inspect assertions, not just passing status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Review what the tests cannot establish</a:t>
            </a:r>
          </a:p>
        </p:txBody>
      </p:sp>
    </p:spTree>
    <p:extLst>
      <p:ext uri="{BB962C8B-B14F-4D97-AF65-F5344CB8AC3E}">
        <p14:creationId xmlns:p14="http://schemas.microsoft.com/office/powerpoint/2010/main" val="409809993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Match the safeguard to the risk</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Sensitive context: supported exclusions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Matching public code: the matching setting</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Execution: trust, approvals, supported policy</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Faulty behavior: tests and human review</a:t>
            </a:r>
          </a:p>
        </p:txBody>
      </p:sp>
    </p:spTree>
    <p:extLst>
      <p:ext uri="{BB962C8B-B14F-4D97-AF65-F5344CB8AC3E}">
        <p14:creationId xmlns:p14="http://schemas.microsoft.com/office/powerpoint/2010/main" val="409809993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Hooks: execute code at an event</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PreToolUse receives a JSON event</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Log selected metadata, not sensitive inputs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Return {} to preserve normal approvals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A writable hook is not enterprise enforcement</a:t>
            </a:r>
          </a:p>
        </p:txBody>
      </p:sp>
    </p:spTree>
    <p:extLst>
      <p:ext uri="{BB962C8B-B14F-4D97-AF65-F5344CB8AC3E}">
        <p14:creationId xmlns:p14="http://schemas.microsoft.com/office/powerpoint/2010/main" val="4098099930"/>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Enterprise policy has another owner</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Designated organization: .github-private</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copilot/managed-settings.json on default branch</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Start with a supported, observable setting</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Verify license context and client behavior</a:t>
            </a:r>
          </a:p>
        </p:txBody>
      </p:sp>
    </p:spTree>
    <p:extLst>
      <p:ext uri="{BB962C8B-B14F-4D97-AF65-F5344CB8AC3E}">
        <p14:creationId xmlns:p14="http://schemas.microsoft.com/office/powerpoint/2010/main" val="409809993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Activity is not the outcome</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Synthetic completion acceptance: 240 / 600 = 40%</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Peak daily active users: 25</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Neither number proves time saved</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Measure delivery and quality alongside usage</a:t>
            </a:r>
          </a:p>
        </p:txBody>
      </p:sp>
    </p:spTree>
    <p:extLst>
      <p:ext uri="{BB962C8B-B14F-4D97-AF65-F5344CB8AC3E}">
        <p14:creationId xmlns:p14="http://schemas.microsoft.com/office/powerpoint/2010/main" val="409809993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Mini mock: defend the decision</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Six original questions, one per domain</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Choose one answer and explain why</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Then explain why each distractor fails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Turn mistakes into a practice task</a:t>
            </a:r>
          </a:p>
        </p:txBody>
      </p:sp>
    </p:spTree>
    <p:extLst>
      <p:ext uri="{BB962C8B-B14F-4D97-AF65-F5344CB8AC3E}">
        <p14:creationId xmlns:p14="http://schemas.microsoft.com/office/powerpoint/2010/main" val="4098099930"/>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EC146CF2-1033-1D6A-4041-35049987BDC1}"/>
              </a:ext>
            </a:extLst>
          </p:cNvPr>
          <p:cNvSpPr>
            <a:spLocks xmlns:a="http://schemas.openxmlformats.org/drawingml/2006/main" noGrp="1"/>
          </p:cNvSpPr>
          <p:nvPr>
            <p:ph type="title" idx="0"/>
          </p:nvPr>
        </p:nvSpPr>
        <p:spPr>
          <a:xfrm xmlns:a="http://schemas.openxmlformats.org/drawingml/2006/main">
            <a:off x="1219200" y="28575"/>
            <a:ext cx="7620000" cy="533400"/>
          </a:xfrm>
        </p:spPr>
        <p:txBody>
          <a:bodyPr xmlns:a="http://schemas.openxmlformats.org/drawingml/2006/main" lIns="0" tIns="0" rIns="0" bIns="0">
            <a:noAutofit/>
          </a:bodyPr>
          <a:lstStyle xmlns:a="http://schemas.openxmlformats.org/drawingml/2006/main"/>
          <a:p xmlns:a="http://schemas.openxmlformats.org/drawingml/2006/main">
            <a:pPr>
              <a:defRPr sz="2925">
                <a:solidFill>
                  <a:srgbClr val="222222"/>
                </a:solidFill>
                <a:latin typeface="Calibri"/>
                <a:ea typeface="Calibri"/>
                <a:cs typeface="Calibri"/>
              </a:defRPr>
            </a:pPr>
            <a:r>
              <a:rPr sz="2925">
                <a:solidFill>
                  <a:srgbClr val="222222"/>
                </a:solidFill>
                <a:latin typeface="Calibri"/>
                <a:ea typeface="Calibri"/>
                <a:cs typeface="Calibri"/>
              </a:rPr>
              <a:t>Tonight: one focused hour</a:t>
            </a:r>
          </a:p>
        </p:txBody>
      </p:sp>
      <p:sp>
        <p:nvSpPr>
          <p:cNvPr id="5" name="Content Placeholder 4">
            <a:extLst xmlns:a="http://schemas.openxmlformats.org/drawingml/2006/main">
              <a:ext uri="{FF2B5EF4-FFF2-40B4-BE49-F238E27FC236}">
                <a16:creationId xmlns:a16="http://schemas.microsoft.com/office/drawing/2014/main" id="{58ABDDE3-ED2D-5076-01A2-9459E36154BB}"/>
              </a:ext>
            </a:extLst>
          </p:cNvPr>
          <p:cNvSpPr>
            <a:spLocks xmlns:a="http://schemas.openxmlformats.org/drawingml/2006/main" noGrp="1"/>
          </p:cNvSpPr>
          <p:nvPr>
            <p:ph idx="1"/>
          </p:nvPr>
        </p:nvSpPr>
        <p:spPr>
          <a:xfrm xmlns:a="http://schemas.openxmlformats.org/drawingml/2006/main">
            <a:off x="704850" y="1009650"/>
            <a:ext cx="7734300" cy="3524250"/>
          </a:xfrm>
        </p:spPr>
        <p:txBody>
          <a:bodyPr xmlns:a="http://schemas.openxmlformats.org/drawingml/2006/main" lIns="0" tIns="0" rIns="0" bIns="0" anchor="t">
            <a:noAutofit/>
          </a:bodyPr>
          <a:lstStyle xmlns:a="http://schemas.openxmlformats.org/drawingml/2006/main"/>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10 min: rate all six domains with evidence</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20 min: practice the weakest priority</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15 min: questions and distractor explanations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10 min: revisit primary sources</a:t>
            </a:r>
          </a:p>
          <a:p xmlns:a="http://schemas.openxmlformats.org/drawingml/2006/main">
            <a:pPr marL="228600" indent="-127000">
              <a:spcAft>
                <a:spcPts val="1400"/>
              </a:spcAft>
              <a:buChar char="•"/>
              <a:defRPr sz="2250">
                <a:solidFill>
                  <a:srgbClr val="111111"/>
                </a:solidFill>
                <a:latin typeface="Calibri"/>
                <a:ea typeface="Calibri"/>
                <a:cs typeface="Calibri"/>
              </a:defRPr>
            </a:pPr>
            <a:r>
              <a:rPr sz="2250">
                <a:solidFill>
                  <a:srgbClr val="111111"/>
                </a:solidFill>
                <a:latin typeface="Calibri"/>
                <a:ea typeface="Calibri"/>
                <a:cs typeface="Calibri"/>
              </a:rPr>
              <a:t>5 min: schedule the next evidence check</a:t>
            </a:r>
          </a:p>
        </p:txBody>
      </p:sp>
    </p:spTree>
    <p:extLst>
      <p:ext uri="{BB962C8B-B14F-4D97-AF65-F5344CB8AC3E}">
        <p14:creationId xmlns:p14="http://schemas.microsoft.com/office/powerpoint/2010/main" val="4098099930"/>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499EFF8-D9AC-F84D-8949-EF6A66C5173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Thank you!</a:t>
            </a:r>
          </a:p>
        </p:txBody>
      </p:sp>
      <p:graphicFrame>
        <p:nvGraphicFramePr>
          <p:cNvPr id="7" name="Content Placeholder 2"/>
          <p:cNvGraphicFramePr/>
          <p:nvPr/>
        </p:nvGraphicFramePr>
        <p:xfrm>
          <a:off xmlns:a="http://schemas.openxmlformats.org/drawingml/2006/main" x="1327639" y="1669236"/>
          <a:ext xmlns:a="http://schemas.openxmlformats.org/drawingml/2006/main" cx="6659452" cy="2578256"/>
        </p:xfrm>
        <a:graphic xmlns:a="http://schemas.openxmlformats.org/drawingml/2006/main">
          <a:graphicData uri="http://schemas.openxmlformats.org/drawingml/2006/diagram">
            <dgm:relIds xmlns:r="http://schemas.openxmlformats.org/officeDocument/2006/relationships" xmlns:dgm="http://schemas.openxmlformats.org/drawingml/2006/diagram" r:dm="R9d2bc8518503427d" r:lo="Rb0a70c4a9bd548c2"/>
          </a:graphicData>
        </a:graphic>
      </p:graphicFrame>
      <p:pic>
        <p:nvPicPr>
          <p:cNvPr id="8" name="Picture 3"/>
          <p:cNvPicPr>
            <a:picLocks xmlns:a="http://schemas.openxmlformats.org/drawingml/2006/main" noChangeAspect="1"/>
          </p:cNvPicPr>
          <p:nvPr/>
        </p:nvPicPr>
        <p:blipFill>
          <a:blip xmlns:r="http://schemas.openxmlformats.org/officeDocument/2006/relationships" xmlns:a="http://schemas.openxmlformats.org/drawingml/2006/main" r:embed="R8a5a7fc5127041dc"/>
          <a:stretch xmlns:a="http://schemas.openxmlformats.org/drawingml/2006/main">
            <a:fillRect l="0" t="0" r="0" b="0"/>
          </a:stretch>
        </p:blipFill>
        <p:spPr>
          <a:xfrm xmlns:a="http://schemas.openxmlformats.org/drawingml/2006/main">
            <a:off x="6852858" y="1669236"/>
            <a:ext cx="2011305" cy="1734208"/>
          </a:xfrm>
          <a:prstGeom xmlns:a="http://schemas.openxmlformats.org/drawingml/2006/main" prst="rect">
            <a:avLst/>
          </a:prstGeom>
        </p:spPr>
      </p:pic>
      <p:pic>
        <p:nvPicPr>
          <p:cNvPr id="9" name="Picture 2"/>
          <p:cNvPicPr>
            <a:picLocks xmlns:a="http://schemas.openxmlformats.org/drawingml/2006/main" noChangeAspect="1"/>
          </p:cNvPicPr>
          <p:nvPr/>
        </p:nvPicPr>
        <p:blipFill>
          <a:blip xmlns:r="http://schemas.openxmlformats.org/officeDocument/2006/relationships" xmlns:a="http://schemas.openxmlformats.org/drawingml/2006/main" r:embed="Rb9340a0a192b4663"/>
          <a:stretch xmlns:a="http://schemas.openxmlformats.org/drawingml/2006/main">
            <a:fillRect l="0" t="0" r="0" b="0"/>
          </a:stretch>
        </p:blipFill>
        <p:spPr>
          <a:xfrm xmlns:a="http://schemas.openxmlformats.org/drawingml/2006/main">
            <a:off x="32657" y="1962150"/>
            <a:ext cx="1072968" cy="1072968"/>
          </a:xfrm>
          <a:prstGeom xmlns:a="http://schemas.openxmlformats.org/drawingml/2006/main" prst="rect">
            <a:avLst/>
          </a:prstGeom>
        </p:spPr>
      </p:pic>
    </p:spTree>
    <p:extLst>
      <p:ext uri="{BB962C8B-B14F-4D97-AF65-F5344CB8AC3E}">
        <p14:creationId xmlns:p14="http://schemas.microsoft.com/office/powerpoint/2010/main" val="4004251074"/>
      </p:ext>
    </p:extLst>
  </p:cSld>
</p:sld>
</file>

<file path=ppt/theme/theme1.xml><?xml version="1.0" encoding="utf-8"?>
<a:theme xmlns:a="http://schemas.openxmlformats.org/drawingml/2006/main" name="Standard_LiveLessons_2017">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2026-09-21T01:30:17.6000000Z</dcterms:created>
  <dcterms:modified xsi:type="dcterms:W3CDTF">2026-09-21T01:30:17.6000000Z</dcterms:modified>
</coreProperties>
</file>