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7b3a77bee94b0e" /><Relationship Type="http://schemas.openxmlformats.org/officeDocument/2006/relationships/extended-properties" Target="/docProps/app.xml" Id="R51a30643d05849d0" /><Relationship Type="http://schemas.openxmlformats.org/officeDocument/2006/relationships/officeDocument" Target="/ppt/presentation.xml" Id="R14bf230d0c1b45b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acd55500609498f"/>
  </p:sldMasterIdLst>
  <p:notesMasterIdLst>
    <p:notesMasterId xmlns:r="http://schemas.openxmlformats.org/officeDocument/2006/relationships" r:id="Rcfe4460c1a114551"/>
  </p:notesMasterIdLst>
  <p:sldIdLst>
    <p:sldId xmlns:r="http://schemas.openxmlformats.org/officeDocument/2006/relationships" id="256" r:id="R3bd76fffaba147ff"/>
    <p:sldId xmlns:r="http://schemas.openxmlformats.org/officeDocument/2006/relationships" id="257" r:id="R91e09c469ea049d9"/>
    <p:sldId xmlns:r="http://schemas.openxmlformats.org/officeDocument/2006/relationships" id="258" r:id="R46c68688e193477e"/>
    <p:sldId xmlns:r="http://schemas.openxmlformats.org/officeDocument/2006/relationships" id="259" r:id="Ra64bdedf0f1842b1"/>
    <p:sldId xmlns:r="http://schemas.openxmlformats.org/officeDocument/2006/relationships" id="260" r:id="Rd6fd5b372e2f4967"/>
    <p:sldId xmlns:r="http://schemas.openxmlformats.org/officeDocument/2006/relationships" id="261" r:id="R75f708d6c80743f6"/>
    <p:sldId xmlns:r="http://schemas.openxmlformats.org/officeDocument/2006/relationships" id="262" r:id="R52b6c94bc6b24baa"/>
    <p:sldId xmlns:r="http://schemas.openxmlformats.org/officeDocument/2006/relationships" id="263" r:id="R00a33fb19e2c4a69"/>
    <p:sldId xmlns:r="http://schemas.openxmlformats.org/officeDocument/2006/relationships" id="264" r:id="R87b75d84135d47ce"/>
    <p:sldId xmlns:r="http://schemas.openxmlformats.org/officeDocument/2006/relationships" id="265" r:id="Rfe9d3c0e21014cc3"/>
    <p:sldId xmlns:r="http://schemas.openxmlformats.org/officeDocument/2006/relationships" id="266" r:id="R6265ab8ed01f4dbb"/>
    <p:sldId xmlns:r="http://schemas.openxmlformats.org/officeDocument/2006/relationships" id="267" r:id="R1e2be24b80804fde"/>
    <p:sldId xmlns:r="http://schemas.openxmlformats.org/officeDocument/2006/relationships" id="268" r:id="Rf23ed98846f04c13"/>
    <p:sldId xmlns:r="http://schemas.openxmlformats.org/officeDocument/2006/relationships" id="269" r:id="Rf246eb04e31b4c0f"/>
    <p:sldId xmlns:r="http://schemas.openxmlformats.org/officeDocument/2006/relationships" id="270" r:id="R4016e4534f2f4b72"/>
    <p:sldId xmlns:r="http://schemas.openxmlformats.org/officeDocument/2006/relationships" id="271" r:id="Rb795b7f841c94485"/>
    <p:sldId xmlns:r="http://schemas.openxmlformats.org/officeDocument/2006/relationships" id="272" r:id="R907cb0c285134003"/>
    <p:sldId xmlns:r="http://schemas.openxmlformats.org/officeDocument/2006/relationships" id="273" r:id="Ra58d08d840aa49d9"/>
    <p:sldId xmlns:r="http://schemas.openxmlformats.org/officeDocument/2006/relationships" id="274" r:id="Rcf68439d7f414225"/>
    <p:sldId xmlns:r="http://schemas.openxmlformats.org/officeDocument/2006/relationships" id="275" r:id="R1acd75c9d1ee4978"/>
    <p:sldId xmlns:r="http://schemas.openxmlformats.org/officeDocument/2006/relationships" id="276" r:id="R4b3d9d09f3d3451e"/>
    <p:sldId xmlns:r="http://schemas.openxmlformats.org/officeDocument/2006/relationships" id="277" r:id="R4ef574379aa94917"/>
    <p:sldId xmlns:r="http://schemas.openxmlformats.org/officeDocument/2006/relationships" id="278" r:id="Rabe41f1a27044877"/>
    <p:sldId xmlns:r="http://schemas.openxmlformats.org/officeDocument/2006/relationships" id="279" r:id="Ref2d62f48f034698"/>
    <p:sldId xmlns:r="http://schemas.openxmlformats.org/officeDocument/2006/relationships" id="280" r:id="R61d1bc17a5074486"/>
    <p:sldId xmlns:r="http://schemas.openxmlformats.org/officeDocument/2006/relationships" id="281" r:id="Rc26698266df94258"/>
    <p:sldId xmlns:r="http://schemas.openxmlformats.org/officeDocument/2006/relationships" id="282" r:id="Rac45f11ce9814464"/>
    <p:sldId xmlns:r="http://schemas.openxmlformats.org/officeDocument/2006/relationships" id="283" r:id="R7c5902dd39e24133"/>
  </p:sldIdLst>
  <p:sldSz cx="9144000" cy="5143500"/>
  <p:notesSz cx="6858000" cy="9144000"/>
  <p:embeddedFontLst>
    <p:embeddedFont>
      <p:font typeface="Poppins"/>
      <p:regular xmlns:r="http://schemas.openxmlformats.org/officeDocument/2006/relationships" r:id="Rea255847c3e84888"/>
      <p:bold xmlns:r="http://schemas.openxmlformats.org/officeDocument/2006/relationships" r:id="R2206a06b2c324dd7"/>
      <p:italic xmlns:r="http://schemas.openxmlformats.org/officeDocument/2006/relationships" r:id="R8dcc414f72934610"/>
      <p:boldItalic xmlns:r="http://schemas.openxmlformats.org/officeDocument/2006/relationships" r:id="Rd39ae2e2a0f04272"/>
    </p:embeddedFont>
    <p:embeddedFont>
      <p:font typeface="Poppins SemiBold"/>
      <p:regular xmlns:r="http://schemas.openxmlformats.org/officeDocument/2006/relationships" r:id="R53dac11140a84968"/>
      <p:bold xmlns:r="http://schemas.openxmlformats.org/officeDocument/2006/relationships" r:id="R022ba3ae9fec45bd"/>
      <p:italic xmlns:r="http://schemas.openxmlformats.org/officeDocument/2006/relationships" r:id="Rb201f4dae34b43f0"/>
      <p:boldItalic xmlns:r="http://schemas.openxmlformats.org/officeDocument/2006/relationships" r:id="Rc0fc8704334445a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2BC36E57-C8FC-42D9-9C08-652FC2493DDB}">
  <a:tblStyle styleId="{2BC36E57-C8FC-42D9-9C08-652FC2493DD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68048b6061945da" /><Relationship Type="http://schemas.openxmlformats.org/officeDocument/2006/relationships/slideMaster" Target="/ppt/slideMasters/slideMaster1.xml" Id="R2acd55500609498f" /><Relationship Type="http://schemas.openxmlformats.org/officeDocument/2006/relationships/notesMaster" Target="/ppt/notesMasters/notesMaster1.xml" Id="Rcfe4460c1a114551" /><Relationship Type="http://schemas.openxmlformats.org/officeDocument/2006/relationships/presProps" Target="/ppt/presProps.xml" Id="Rc59ba66ec8fa4a5e" /><Relationship Type="http://schemas.openxmlformats.org/officeDocument/2006/relationships/viewProps" Target="/ppt/viewProps.xml" Id="R572b0440825a41c5" /><Relationship Type="http://schemas.openxmlformats.org/officeDocument/2006/relationships/tableStyles" Target="/ppt/tableStyles.xml" Id="Rec84f16939094027" /><Relationship Type="http://schemas.openxmlformats.org/officeDocument/2006/relationships/font" Target="/ppt/fonts/font.dat" Id="Rea255847c3e84888" /><Relationship Type="http://schemas.openxmlformats.org/officeDocument/2006/relationships/font" Target="/ppt/fonts/font2.dat" Id="R2206a06b2c324dd7" /><Relationship Type="http://schemas.openxmlformats.org/officeDocument/2006/relationships/font" Target="/ppt/fonts/font3.dat" Id="R8dcc414f72934610" /><Relationship Type="http://schemas.openxmlformats.org/officeDocument/2006/relationships/font" Target="/ppt/fonts/font4.dat" Id="Rd39ae2e2a0f04272" /><Relationship Type="http://schemas.openxmlformats.org/officeDocument/2006/relationships/font" Target="/ppt/fonts/font5.dat" Id="R53dac11140a84968" /><Relationship Type="http://schemas.openxmlformats.org/officeDocument/2006/relationships/font" Target="/ppt/fonts/font6.dat" Id="R022ba3ae9fec45bd" /><Relationship Type="http://schemas.openxmlformats.org/officeDocument/2006/relationships/font" Target="/ppt/fonts/font7.dat" Id="Rb201f4dae34b43f0" /><Relationship Type="http://schemas.openxmlformats.org/officeDocument/2006/relationships/font" Target="/ppt/fonts/font8.dat" Id="Rc0fc8704334445a0" /><Relationship Type="http://schemas.openxmlformats.org/officeDocument/2006/relationships/slide" Target="/ppt/slides/slide1.xml" Id="R3bd76fffaba147ff" /><Relationship Type="http://schemas.openxmlformats.org/officeDocument/2006/relationships/slide" Target="/ppt/slides/slide2.xml" Id="R91e09c469ea049d9" /><Relationship Type="http://schemas.openxmlformats.org/officeDocument/2006/relationships/slide" Target="/ppt/slides/slide3.xml" Id="R46c68688e193477e" /><Relationship Type="http://schemas.openxmlformats.org/officeDocument/2006/relationships/slide" Target="/ppt/slides/slide4.xml" Id="Ra64bdedf0f1842b1" /><Relationship Type="http://schemas.openxmlformats.org/officeDocument/2006/relationships/slide" Target="/ppt/slides/slide5.xml" Id="Rd6fd5b372e2f4967" /><Relationship Type="http://schemas.openxmlformats.org/officeDocument/2006/relationships/slide" Target="/ppt/slides/slide6.xml" Id="R75f708d6c80743f6" /><Relationship Type="http://schemas.openxmlformats.org/officeDocument/2006/relationships/slide" Target="/ppt/slides/slide7.xml" Id="R52b6c94bc6b24baa" /><Relationship Type="http://schemas.openxmlformats.org/officeDocument/2006/relationships/slide" Target="/ppt/slides/slide8.xml" Id="R00a33fb19e2c4a69" /><Relationship Type="http://schemas.openxmlformats.org/officeDocument/2006/relationships/slide" Target="/ppt/slides/slide9.xml" Id="R87b75d84135d47ce" /><Relationship Type="http://schemas.openxmlformats.org/officeDocument/2006/relationships/slide" Target="/ppt/slides/slide10.xml" Id="Rfe9d3c0e21014cc3" /><Relationship Type="http://schemas.openxmlformats.org/officeDocument/2006/relationships/slide" Target="/ppt/slides/slide11.xml" Id="R6265ab8ed01f4dbb" /><Relationship Type="http://schemas.openxmlformats.org/officeDocument/2006/relationships/slide" Target="/ppt/slides/slide12.xml" Id="R1e2be24b80804fde" /><Relationship Type="http://schemas.openxmlformats.org/officeDocument/2006/relationships/slide" Target="/ppt/slides/slide13.xml" Id="Rf23ed98846f04c13" /><Relationship Type="http://schemas.openxmlformats.org/officeDocument/2006/relationships/slide" Target="/ppt/slides/slide14.xml" Id="Rf246eb04e31b4c0f" /><Relationship Type="http://schemas.openxmlformats.org/officeDocument/2006/relationships/slide" Target="/ppt/slides/slide15.xml" Id="R4016e4534f2f4b72" /><Relationship Type="http://schemas.openxmlformats.org/officeDocument/2006/relationships/slide" Target="/ppt/slides/slide16.xml" Id="Rb795b7f841c94485" /><Relationship Type="http://schemas.openxmlformats.org/officeDocument/2006/relationships/slide" Target="/ppt/slides/slide17.xml" Id="R907cb0c285134003" /><Relationship Type="http://schemas.openxmlformats.org/officeDocument/2006/relationships/slide" Target="/ppt/slides/slide18.xml" Id="Ra58d08d840aa49d9" /><Relationship Type="http://schemas.openxmlformats.org/officeDocument/2006/relationships/slide" Target="/ppt/slides/slide19.xml" Id="Rcf68439d7f414225" /><Relationship Type="http://schemas.openxmlformats.org/officeDocument/2006/relationships/slide" Target="/ppt/slides/slide20.xml" Id="R1acd75c9d1ee4978" /><Relationship Type="http://schemas.openxmlformats.org/officeDocument/2006/relationships/slide" Target="/ppt/slides/slide21.xml" Id="R4b3d9d09f3d3451e" /><Relationship Type="http://schemas.openxmlformats.org/officeDocument/2006/relationships/slide" Target="/ppt/slides/slide22.xml" Id="R4ef574379aa94917" /><Relationship Type="http://schemas.openxmlformats.org/officeDocument/2006/relationships/slide" Target="/ppt/slides/slide23.xml" Id="Rabe41f1a27044877" /><Relationship Type="http://schemas.openxmlformats.org/officeDocument/2006/relationships/slide" Target="/ppt/slides/slide24.xml" Id="Ref2d62f48f034698" /><Relationship Type="http://schemas.openxmlformats.org/officeDocument/2006/relationships/slide" Target="/ppt/slides/slide25.xml" Id="R61d1bc17a5074486" /><Relationship Type="http://schemas.openxmlformats.org/officeDocument/2006/relationships/slide" Target="/ppt/slides/slide26.xml" Id="Rc26698266df94258" /><Relationship Type="http://schemas.openxmlformats.org/officeDocument/2006/relationships/slide" Target="/ppt/slides/slide27.xml" Id="Rac45f11ce9814464" /><Relationship Type="http://schemas.openxmlformats.org/officeDocument/2006/relationships/slide" Target="/ppt/slides/slide28.xml" Id="R7c5902dd39e241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ebd79d74d246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a052c958eb4751" /><Relationship Type="http://schemas.openxmlformats.org/officeDocument/2006/relationships/notesMaster" Target="/ppt/notesMasters/notesMaster1.xml" Id="Rc60787a85b3649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86c6fc0fbf4e2b" /><Relationship Type="http://schemas.openxmlformats.org/officeDocument/2006/relationships/notesMaster" Target="/ppt/notesMasters/notesMaster1.xml" Id="R6baae9ec98bd41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41fa0819574d8e" /><Relationship Type="http://schemas.openxmlformats.org/officeDocument/2006/relationships/notesMaster" Target="/ppt/notesMasters/notesMaster1.xml" Id="R7bee4cebd367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80f06641ab4967" /><Relationship Type="http://schemas.openxmlformats.org/officeDocument/2006/relationships/notesMaster" Target="/ppt/notesMasters/notesMaster1.xml" Id="R9813c91172b049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8058375b5c47be" /><Relationship Type="http://schemas.openxmlformats.org/officeDocument/2006/relationships/notesMaster" Target="/ppt/notesMasters/notesMaster1.xml" Id="Ra631994103744c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79e56862c4140" /><Relationship Type="http://schemas.openxmlformats.org/officeDocument/2006/relationships/notesMaster" Target="/ppt/notesMasters/notesMaster1.xml" Id="Rb9f7f1ae4fea4b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cfb39062434977" /><Relationship Type="http://schemas.openxmlformats.org/officeDocument/2006/relationships/notesMaster" Target="/ppt/notesMasters/notesMaster1.xml" Id="R79f0cb15d77f49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8bf49ab0504408" /><Relationship Type="http://schemas.openxmlformats.org/officeDocument/2006/relationships/notesMaster" Target="/ppt/notesMasters/notesMaster1.xml" Id="R11a0bf8412ba4e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44bebb4e84404b" /><Relationship Type="http://schemas.openxmlformats.org/officeDocument/2006/relationships/notesMaster" Target="/ppt/notesMasters/notesMaster1.xml" Id="R6dab6f71e16f4a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3cff9a1f6f44bc" /><Relationship Type="http://schemas.openxmlformats.org/officeDocument/2006/relationships/notesMaster" Target="/ppt/notesMasters/notesMaster1.xml" Id="R93f1ff8b460e46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b42a74ffa7247f5" /><Relationship Type="http://schemas.openxmlformats.org/officeDocument/2006/relationships/notesMaster" Target="/ppt/notesMasters/notesMaster1.xml" Id="R7dd8f030dfab4e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0047e502544f9f" /><Relationship Type="http://schemas.openxmlformats.org/officeDocument/2006/relationships/notesMaster" Target="/ppt/notesMasters/notesMaster1.xml" Id="R715232aefd5344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98583765ac4634" /><Relationship Type="http://schemas.openxmlformats.org/officeDocument/2006/relationships/notesMaster" Target="/ppt/notesMasters/notesMaster1.xml" Id="R5dfa3168130b4b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9b17cd9a274beb" /><Relationship Type="http://schemas.openxmlformats.org/officeDocument/2006/relationships/notesMaster" Target="/ppt/notesMasters/notesMaster1.xml" Id="Rf05d7e1b4f5641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ca2fabb20346c1" /><Relationship Type="http://schemas.openxmlformats.org/officeDocument/2006/relationships/notesMaster" Target="/ppt/notesMasters/notesMaster1.xml" Id="R74191a6c955842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484751a06947fa" /><Relationship Type="http://schemas.openxmlformats.org/officeDocument/2006/relationships/notesMaster" Target="/ppt/notesMasters/notesMaster1.xml" Id="Rfc1300fe4e1b41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6e57760fb04d80" /><Relationship Type="http://schemas.openxmlformats.org/officeDocument/2006/relationships/notesMaster" Target="/ppt/notesMasters/notesMaster1.xml" Id="R4335c3740496487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99eedbbf3dc42f6" /><Relationship Type="http://schemas.openxmlformats.org/officeDocument/2006/relationships/notesMaster" Target="/ppt/notesMasters/notesMaster1.xml" Id="R19ae013bb45148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471b4795cd471d" /><Relationship Type="http://schemas.openxmlformats.org/officeDocument/2006/relationships/notesMaster" Target="/ppt/notesMasters/notesMaster1.xml" Id="R91573b09c26441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5a6de30097411f" /><Relationship Type="http://schemas.openxmlformats.org/officeDocument/2006/relationships/notesMaster" Target="/ppt/notesMasters/notesMaster1.xml" Id="Red3164358e054bc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576641c35c4c72" /><Relationship Type="http://schemas.openxmlformats.org/officeDocument/2006/relationships/notesMaster" Target="/ppt/notesMasters/notesMaster1.xml" Id="Re78587858cce44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8e8066c611472b" /><Relationship Type="http://schemas.openxmlformats.org/officeDocument/2006/relationships/notesMaster" Target="/ppt/notesMasters/notesMaster1.xml" Id="R09cb1d365c4543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38db013819744c8" /><Relationship Type="http://schemas.openxmlformats.org/officeDocument/2006/relationships/notesMaster" Target="/ppt/notesMasters/notesMaster1.xml" Id="R878b1024a1d34ee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d0b77f64f484dea" /><Relationship Type="http://schemas.openxmlformats.org/officeDocument/2006/relationships/notesMaster" Target="/ppt/notesMasters/notesMaster1.xml" Id="R68d5e3174ed446f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2c505deba44c11" /><Relationship Type="http://schemas.openxmlformats.org/officeDocument/2006/relationships/notesMaster" Target="/ppt/notesMasters/notesMaster1.xml" Id="R321b423d7a264ca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c5b46af21914429" /><Relationship Type="http://schemas.openxmlformats.org/officeDocument/2006/relationships/notesMaster" Target="/ppt/notesMasters/notesMaster1.xml" Id="Rf44ac05cba09492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8fa2f395aa4509" /><Relationship Type="http://schemas.openxmlformats.org/officeDocument/2006/relationships/notesMaster" Target="/ppt/notesMasters/notesMaster1.xml" Id="R4af6a9d772dc4d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5f159ae86a24987" /><Relationship Type="http://schemas.openxmlformats.org/officeDocument/2006/relationships/notesMaster" Target="/ppt/notesMasters/notesMaster1.xml" Id="Rda3565b2a4b64d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Hello there, Tim Warner here. Welcome to Pass Your GitHub Copilot Certification Exam. We have four hours, and our job is to build useful judgment: validate what Copilot proposes, choose the right surface, supply useful context, and apply safeguards that actually cover the workflow. We will use original questions and practical evidence, not exam dumps. The public repository is our source for the activities and tonight's study. September 24, 2026, 9 a.m.-1 p.m. Central.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Keep the introduction brief. I teach from first principles and real examples. Invite learners to share their Copilot experience in chat. Establish that a no-account route exists for each activity. Show the repository before discussing setup problems.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Success means explaining a decision and demonstrating the check that supports it. Passing a course exercise is not a guarantee of passing the certification. Each core activity has a no-account route. Ask which outcome is most important to this group.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Baseline: skills measured August 7, 2026. The update is minor; the six domains and ranges remain. The current wording names agent mode, Copilot Edits, content exclusions, and suggestions matching public code filtering. Do not call August a completely new agent exam. Source: https://learn.microsoft.com/en-us/credentials/certifications/resources/study-guides/gh-300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All times are Central. Include five-minute breaks at 9:55, 10:55, and 11:55. Follow COURSE-PLAN.md for minute allocations. If discussion runs long, shorten governance enrichment rather than removing exam coverage or the mini mock. Source: https://www.oreilly.com/live-events/pass-your-github-copilot-certification-exam/0642572414696/0642572414689/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README.md and show the current course plan, CLASS-ACTIVITIES.md, quick reference, Cert Buddy instructions, and MINI-MOCK.md. The tips app and synthetic metrics demo need Node.js but no package installation. Tests use npm ci. Inspect repository hooks and MCP configuration before granting workspace trust. Git history preserves the superseded June materials. Use the current course plan for this class.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the three-legged study model: official learning, practical experience, and original practice questions support each other. A correct letter is not enough; explain why the other choices fail. Demonstrate how a missed question becomes a concrete practice task. Avoid leaked exam material.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9:00-10:00 Central. Orientation and blueprint are part of this segment. Validate an intentionally flawed export, complete activity 1, take questions, and break for five minutes at 9:55. Return at 10:00.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Activity 1, 15 minutes: inspect the intentionally flawed Tailwind Traders export function in docs/CLASS-ACTIVITIES.md. fs.writeJsonSecure is fabricated. Discuss path traversal, data minimization, documented file APIs, error handling, and independent tests. Do not execute the flawed snippet. Human accountability remains even when the output is fluent. Source: https://learn.microsoft.com/en-us/training/modules/responsible-ai-with-github-copilot/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10:00-11:00 Central. Compare the same task in Chat and CLI, demonstrate reusable prompt files, and complete activity 2. Include Q&amp;A and a five-minute break at 10:55.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one bounded request using the tips app. Explain the implementation before editing. Review the actual diff and commands. CLI installation for this course is npm install -g @github/copilot with Node.js 22+, followed by copilot and /login when needed. Do not teach the retired gh extension as the current CLI. Source: https://docs.github.com/en/copilot/how-tos/copilot-cli/set-up-copilot-cli/install-copilot-cli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Activity 2, 15 minutes. Run node src/app.js, select 4, search for testing, and quit with q. Ask Chat and CLI to explain the same implementation using the same files. Compare context and permission requests. A no-account learner can inspect the code and review checklist directly. Do not let two sessions edit the same file concurrently.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.github/prompts/review-learning-change.prompt.md. Apply it to src/app.js and then to scripts/hooks/prevent-destructive-commands.js. Explain why a reusable task prompt differs from persistent project guidance. Select Cert Buddy from the agent picker; do not treat a custom agent name as a universal @ participant. Source: https://code.visualstudio.com/docs/agent-customization/custom-agents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11:00-12:00 Central. Follow data flow, improve the prompt, discuss planning, sessions, subagents, and retrieve a Learn source with Cert Buddy. Complete activity 3. Include Q&amp;A and a five-minute break at 11:55.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the request lifecycle verbally with the actual files from the previous demo. Ask where missing context, stale documentation, or a misleading tool result could change the answer. The model has not necessarily read every file, and a context window is not unlimited memory. Source: https://docs.github.com/en/copilot/concepts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Activity 3, 10 minutes. Compare 'Make this application better' with the stronger prompt in CLASS-ACTIVITIES.md. Add representative input/output examples to demonstrate few-shot guidance. If a second model is available, keep the prompt and context unchanged and compare correctness, latency, and usage. Do not promise a fixed model roster or use legacy request multipliers indiscriminately. Sources: https://docs.github.com/en/copilot/concepts/prompting/prompt-engineering and https://docs.github.com/en/copilot/concepts/billing-and-usage/individuals/billing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Show the distinction between planning and implementation. Agent workflows can coordinate files and tools, but they are not proof of correctness. Briefly identify Copilot Edits, code review, PR summaries, and review instructions. A cloud agent prepares repository work for review; do not teach it as a separate Visual Studio-only preview product. Source: https://docs.github.com/en/copilot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installed sessions interface if rehearsed. An environment handoff continues work in the selected destination; do not promise every continuation is appended to the originating chat. Explain that the Agents window is Preview. Use separate worktrees for competing changes when appropriate. Sources: https://code.visualstudio.com/docs/agents/concepts/sessions and https://code.visualstudio.com/docs/agents/run/agents-window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Show .vscode/mcp.json and the public gh300buddy-mslearn endpoint. Start the server after inspecting it, then use Cert Buddy for one original question. Confirm it retrieves evidence and withholds the answer. If retrieval fails, disclose that and use MINI-MOCK.md. Briefly distinguish MCP retrieval from curated Spaces context and Spark application creation. Source: https://code.visualstudio.com/docs/agent-customization/mcp-servers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12:00-1:00 Central. Match safeguards to risks, complete activity 4, demonstrate hooks and central governance as enrichment, and take the mini mock. Reserve the final five minutes for the study plan. The wrap is inside this fourth segment.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Activity 4: run npm test -- --runInBand. Inspect hook tests that preserve ordinary approvals, reject malformed input, and handle delayed stdin. Inspect item-validator tests for leaked answers. Ask whether a passing test proves an enterprise policy is enforced. It does not. The relevant test checks only the behavior it actually exercises.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 not conflate these controls. Current documentation says IDE Edit and Agent modes do not support content exclusions, while current CLI documentation describes Business/Enterprise support. A .copilotignore file is not a documented substitute. Include audit-event investigation and seat administration via authorized REST as recognition topics. Sources: https://docs.github.com/en/copilot/concepts/context/content-exclusion and https://docs.github.com/en/copilot/reference/supported-surfaces-for-policies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Enrichment, Preview. Open docs/HOOKS-AND-GOVERNANCE.md. Pipe the supplied sample event to Log-CopilotToolUse.ps1, inspect the NDJSON record, then wire the optional tool-use-logger.json in the classroom copy. Direct input proves the script, not VS Code event delivery. Demonstrate a deny response by feeding a destructive command string to the parser without executing it. Inspect repository code before Workspace Trust. Source: https://code.visualstudio.com/docs/agents/reference/hooks-reference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Enrichment. Follow the governance lab using an authorized test enterprise. The starter model:auto configuration sets a new-conversation default; it does not prove a locked picker or universal enforcement. Explain the optional enterprise-team override. Do not deploy changes to participant environments. If live settings are unavailable, walk through the supplied JSON and label enforcement unverified. Source: https://docs.github.com/en/copilot/how-tos/administer-copilot/manage-for-enterprise/use-managed-settings/get-started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Run node copilot-metrics-tour/index.js --demo. The two-day fixture is explicitly synthetic. Explain the manifest-to-NDJSON report flow and why credentials must not accompany signed downloads. Daily active users cannot be added into unique people for the period. Current aggregate endpoint: /orgs/{org}/copilot/metrics/reports/organization-28-day/latest. Sources: https://docs.github.com/en/rest/copilot/copilot-usage-metrics and https://docs.github.com/en/copilot/reference/copilot-usage-metrics/reconciling-usage-metrics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docs/MINI-MOCK.md. Allow ten minutes for answers and five for review; keep rationales collapsed until learners decide. If time allows, use Cert Buddy for another question with current retrieval. Explain that structure validation and balanced choice length do not establish factual accuracy. Do not predict an exam score from six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learner leaves with a bounded next action. Use the current official certification page for official exam scheduling and the 100-minute exam duration. A scaled passing score of 700 does not mean 70% correct. Verify regional pricing and exam-day rules at booking time. Source: https://learn.microsoft.com/en-us/credentials/certifications/github-copilot/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Thank the learners. Point them to the public repository and the official exam links in docs/exam-notes-and-links.md. Invite one final question. End at 1 p.m. Central. Remind them that the strongest study evidence is an explanation plus a demonstrated check, not memorized model names. Repository: https://github.com/timothywarner-org/copilot-cert-prep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dc8624349342dd" /><Relationship Type="http://schemas.openxmlformats.org/officeDocument/2006/relationships/image" Target="/ppt/media/image.jpeg" Id="Rdb5e4d8c2e88478c" /><Relationship Type="http://schemas.openxmlformats.org/officeDocument/2006/relationships/image" Target="/ppt/media/image.png" Id="Rbd00dd3e48f444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79ab45c2ec489f" /><Relationship Type="http://schemas.openxmlformats.org/officeDocument/2006/relationships/image" Target="/ppt/media/image.jpeg" Id="R4f098f438c694673" /><Relationship Type="http://schemas.openxmlformats.org/officeDocument/2006/relationships/image" Target="/ppt/media/image2.png" Id="Rac5bc4f3cd4942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7e8c79d8ef4cf0" /><Relationship Type="http://schemas.openxmlformats.org/officeDocument/2006/relationships/image" Target="/ppt/media/image3.png" Id="Re8fd949163c343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977a68294947fc" /><Relationship Type="http://schemas.openxmlformats.org/officeDocument/2006/relationships/image" Target="/ppt/media/image3.png" Id="R38529546e90a46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63e338008e44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98a20aad3142e6" /><Relationship Type="http://schemas.openxmlformats.org/officeDocument/2006/relationships/image" Target="/ppt/media/image4.png" Id="Rc40d163e1de44900" /><Relationship Type="http://schemas.openxmlformats.org/officeDocument/2006/relationships/image" Target="/ppt/media/image3.png" Id="Rc6c83204c13b49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ef7643ded64fc1" /><Relationship Type="http://schemas.openxmlformats.org/officeDocument/2006/relationships/image" Target="/ppt/media/image2.jpeg" Id="Rb94ce5ed16954e2a" /><Relationship Type="http://schemas.openxmlformats.org/officeDocument/2006/relationships/image" Target="/ppt/media/image3.png" Id="Rae9ae3488bcc414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3f6d63d4844245" /><Relationship Type="http://schemas.openxmlformats.org/officeDocument/2006/relationships/image" Target="/ppt/media/image5.png" Id="Rf67c1472eced4725" /><Relationship Type="http://schemas.openxmlformats.org/officeDocument/2006/relationships/image" Target="/ppt/media/image3.png" Id="Rf3d391fa5d1345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6596eb4d0364324" /><Relationship Type="http://schemas.openxmlformats.org/officeDocument/2006/relationships/image" Target="/ppt/media/image3.jpeg" Id="R2886b63041fb46d6" /><Relationship Type="http://schemas.openxmlformats.org/officeDocument/2006/relationships/image" Target="/ppt/media/image3.png" Id="R44bd6a10db354ab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c1a030f7f14140" /><Relationship Type="http://schemas.openxmlformats.org/officeDocument/2006/relationships/image" Target="/ppt/media/image4.jpeg" Id="R21e0c742010f4696" /><Relationship Type="http://schemas.openxmlformats.org/officeDocument/2006/relationships/image" Target="/ppt/media/image3.png" Id="R8f2d84b00be2432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e07fa241a454469" /><Relationship Type="http://schemas.openxmlformats.org/officeDocument/2006/relationships/image" Target="/ppt/media/image5.jpeg" Id="R36692d54612a45ab" /><Relationship Type="http://schemas.openxmlformats.org/officeDocument/2006/relationships/image" Target="/ppt/media/image3.png" Id="Ra8ca7d6dabb94ac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962c2f8c03f49d2" /><Relationship Type="http://schemas.openxmlformats.org/officeDocument/2006/relationships/image" Target="/ppt/media/image6.jpeg" Id="R6305029abdba4975" /><Relationship Type="http://schemas.openxmlformats.org/officeDocument/2006/relationships/image" Target="/ppt/media/image3.png" Id="Rc0f26b5a766f4ec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84cacc195a34a03" /><Relationship Type="http://schemas.openxmlformats.org/officeDocument/2006/relationships/image" Target="/ppt/media/image6.png" Id="R617851439a1b425f" /><Relationship Type="http://schemas.openxmlformats.org/officeDocument/2006/relationships/image" Target="/ppt/media/image3.png" Id="Reb3d0e96106c4f2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59a0cea94cd47ae" /><Relationship Type="http://schemas.openxmlformats.org/officeDocument/2006/relationships/image" Target="/ppt/media/image7.png" Id="Rc761f54210334768" /><Relationship Type="http://schemas.openxmlformats.org/officeDocument/2006/relationships/image" Target="/ppt/media/image3.png" Id="R3f07dbe7300746b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752089c4ec34ff6" /><Relationship Type="http://schemas.openxmlformats.org/officeDocument/2006/relationships/image" Target="/ppt/media/image8.png" Id="R11e6d3705f654896" /><Relationship Type="http://schemas.openxmlformats.org/officeDocument/2006/relationships/image" Target="/ppt/media/image3.png" Id="Rb428f9b16dbd4d3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3e8d192c81d84b3a" /><Relationship Type="http://schemas.openxmlformats.org/officeDocument/2006/relationships/image" Target="/ppt/media/image7.jpeg" Id="R7f82f223ae7849a8" /><Relationship Type="http://schemas.openxmlformats.org/officeDocument/2006/relationships/image" Target="/ppt/media/image3.png" Id="R9886f6635ff544a4"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f2f02f0f4a754e8e" /><Relationship Type="http://schemas.openxmlformats.org/officeDocument/2006/relationships/image" Target="/ppt/media/image8.jpeg" Id="Ra41d734cc8d44062" /><Relationship Type="http://schemas.openxmlformats.org/officeDocument/2006/relationships/image" Target="/ppt/media/image3.png" Id="R10bec393890548a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5613dbcca8604b65" /><Relationship Type="http://schemas.openxmlformats.org/officeDocument/2006/relationships/image" Target="/ppt/media/image9.png" Id="R43f43861a0ad4eff" /><Relationship Type="http://schemas.openxmlformats.org/officeDocument/2006/relationships/image" Target="/ppt/media/image3.png" Id="Ra52aecd33230438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c9fc2aa2d1c84ecc" /><Relationship Type="http://schemas.openxmlformats.org/officeDocument/2006/relationships/image" Target="/ppt/media/image9.jpeg" Id="Reb4f24cecf71446a" /><Relationship Type="http://schemas.openxmlformats.org/officeDocument/2006/relationships/image" Target="/ppt/media/image3.png" Id="R6c2fe313e09b4d7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95926414efc9461a" /><Relationship Type="http://schemas.openxmlformats.org/officeDocument/2006/relationships/image" Target="/ppt/media/image3.png" Id="R877dcb7f13ea4df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7117b4c6fdc14e2c" /><Relationship Type="http://schemas.openxmlformats.org/officeDocument/2006/relationships/image" Target="/ppt/media/image3.png" Id="R6be7fd23c65d400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8ee954af0ea34bfa" /><Relationship Type="http://schemas.openxmlformats.org/officeDocument/2006/relationships/image" Target="/ppt/media/image3.png" Id="R1ea4949ff7ae40f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c78822eee79d4149" /><Relationship Type="http://schemas.openxmlformats.org/officeDocument/2006/relationships/image" Target="/ppt/media/image10.png" Id="R9a926d8bcb544136" /><Relationship Type="http://schemas.openxmlformats.org/officeDocument/2006/relationships/image" Target="/ppt/media/image11.png" Id="R79e7ef883b39454d"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2796dd54c49e4a97" /><Relationship Type="http://schemas.openxmlformats.org/officeDocument/2006/relationships/image" Target="/ppt/media/image10.jpeg" Id="Rce1de2b06e9149d2" /><Relationship Type="http://schemas.openxmlformats.org/officeDocument/2006/relationships/image" Target="/ppt/media/image11.png" Id="Rc4346b829da84f90"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1dfc69e878a14f95" /><Relationship Type="http://schemas.openxmlformats.org/officeDocument/2006/relationships/image" Target="/ppt/media/image12.png" Id="R5946c77ecad04759" /><Relationship Type="http://schemas.openxmlformats.org/officeDocument/2006/relationships/image" Target="/ppt/media/image11.png" Id="R455f12a4ee9c4e40"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073d2199d86b40a2" /><Relationship Type="http://schemas.openxmlformats.org/officeDocument/2006/relationships/image" Target="/ppt/media/image13.png" Id="Rb1c08f23f4b34453" /><Relationship Type="http://schemas.openxmlformats.org/officeDocument/2006/relationships/image" Target="/ppt/media/image11.png" Id="R13eb725d1f254f96"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bcc785d6782f467b" /><Relationship Type="http://schemas.openxmlformats.org/officeDocument/2006/relationships/image" Target="/ppt/media/image11.jpeg" Id="R009719575c8449c5" /><Relationship Type="http://schemas.openxmlformats.org/officeDocument/2006/relationships/image" Target="/ppt/media/image11.png" Id="R513a99331ecd4dac"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254e2ccfb89545dd" /><Relationship Type="http://schemas.openxmlformats.org/officeDocument/2006/relationships/image" Target="/ppt/media/image10.png" Id="R75bc0f5394094b3c" /><Relationship Type="http://schemas.openxmlformats.org/officeDocument/2006/relationships/image" Target="/ppt/media/image14.png" Id="R177390b00e424252" /></Relationships>
</file>

<file path=ppt/slideLayouts/slideLayout1.xml><?xml version="1.0" encoding="utf-8"?>
<p:sldLayout xmlns:p="http://schemas.openxmlformats.org/presentationml/2006/main" matchingName="Title Slide_Blue Option 1">
  <p:cSld name="TITLE_2">
    <p:spTree>
      <p:nvGrpSpPr>
        <p:cNvPr id="1" name=""/>
        <p:cNvGrpSpPr/>
        <p:nvPr/>
      </p:nvGrpSpPr>
      <p:grpSpPr>
        <a:xfrm xmlns:a="http://schemas.openxmlformats.org/drawingml/2006/main"/>
      </p:grpSpPr>
      <p:pic>
        <p:nvPicPr>
          <p:cNvPr id="19" name="Google Shape;13;p3"/>
          <p:cNvPicPr>
            <a:picLocks xmlns:a="http://schemas.openxmlformats.org/drawingml/2006/main" noChangeAspect="1"/>
          </p:cNvPicPr>
          <p:nvPr/>
        </p:nvPicPr>
        <p:blipFill rotWithShape="1">
          <a:blip xmlns:r="http://schemas.openxmlformats.org/officeDocument/2006/relationships" xmlns:a="http://schemas.openxmlformats.org/drawingml/2006/main" r:embed="Rdb5e4d8c2e88478c">
            <a:alphaModFix/>
          </a:blip>
          <a:srcRect xmlns:a="http://schemas.openxmlformats.org/drawingml/2006/main" l="0" t="0" r="0" b="0"/>
          <a:stretch xmlns:a="http://schemas.openxmlformats.org/drawingml/2006/main"/>
        </p:blipFill>
        <p:spPr>
          <a:xfrm xmlns:a="http://schemas.openxmlformats.org/drawingml/2006/main">
            <a:off x="0" y="0"/>
            <a:ext cx="9144000" cy="5143497"/>
          </a:xfrm>
          <a:prstGeom xmlns:a="http://schemas.openxmlformats.org/drawingml/2006/main" prst="rect">
            <a:avLst/>
          </a:prstGeom>
          <a:ln xmlns:a="http://schemas.openxmlformats.org/drawingml/2006/main">
            <a:noFill/>
          </a:ln>
        </p:spPr>
      </p:pic>
      <p:pic>
        <p:nvPicPr>
          <p:cNvPr id="20" name="Google Shape;14;p3"/>
          <p:cNvPicPr>
            <a:picLocks xmlns:a="http://schemas.openxmlformats.org/drawingml/2006/main" noChangeAspect="1"/>
          </p:cNvPicPr>
          <p:nvPr/>
        </p:nvPicPr>
        <p:blipFill>
          <a:blip xmlns:r="http://schemas.openxmlformats.org/officeDocument/2006/relationships" xmlns:a="http://schemas.openxmlformats.org/drawingml/2006/main" r:embed="Rbd00dd3e48f4446d">
            <a:alphaModFix/>
          </a:blip>
          <a:stretch xmlns:a="http://schemas.openxmlformats.org/drawingml/2006/main">
            <a:fillRect l="0" t="0" r="0" b="0"/>
          </a:stretch>
        </p:blipFill>
        <p:spPr>
          <a:xfrm xmlns:a="http://schemas.openxmlformats.org/drawingml/2006/main">
            <a:off x="506876" y="342900"/>
            <a:ext cx="1290750" cy="245250"/>
          </a:xfrm>
          <a:prstGeom xmlns:a="http://schemas.openxmlformats.org/drawingml/2006/main" prst="rect">
            <a:avLst/>
          </a:prstGeom>
          <a:ln xmlns:a="http://schemas.openxmlformats.org/drawingml/2006/main">
            <a:noFill/>
          </a:ln>
        </p:spPr>
      </p:pic>
      <p:sp>
        <p:nvSpPr>
          <p:cNvPr id="15" name="Google Shape;15;p3">
            <a:extLst xmlns:a="http://schemas.openxmlformats.org/drawingml/2006/main">
              <a:ext uri="{FF2B5EF4-FFF2-40B4-BE49-F238E27FC236}">
                <a16:creationId xmlns:a16="http://schemas.microsoft.com/office/drawing/2014/main" id="{C909F6AF-626F-4210-AF9F-8444B7D40DA0}"/>
              </a:ext>
            </a:extLst>
          </p:cNvPr>
          <p:cNvSpPr>
            <a:spLocks xmlns:a="http://schemas.openxmlformats.org/drawingml/2006/main" noGrp="1"/>
          </p:cNvSpPr>
          <p:nvPr>
            <p:ph type="title" idx="0"/>
          </p:nvPr>
        </p:nvSpPr>
        <p:spPr>
          <a:xfrm xmlns:a="http://schemas.openxmlformats.org/drawingml/2006/main">
            <a:off x="506875" y="1200300"/>
            <a:ext cx="2888400" cy="184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1pPr>
            <a:lvl2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2pPr>
            <a:lvl3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3pPr>
            <a:lvl4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4pPr>
            <a:lvl5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5pPr>
            <a:lvl6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6pPr>
            <a:lvl7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7pPr>
            <a:lvl8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8pPr>
            <a:lvl9pPr>
              <a:lnSpc>
                <a:spcPct val="100000"/>
              </a:lnSpc>
              <a:spcBef>
                <a:spcPts val="0"/>
              </a:spcBef>
              <a:spcAft>
                <a:spcPts val="0"/>
              </a:spcAft>
              <a:buClr>
                <a:srgbClr val="FFFFFF"/>
              </a:buClr>
              <a:buSzPts val="3200"/>
              <a:buFont typeface="Poppins SemiBold"/>
              <a:buNone/>
              <a:defRPr sz="3200">
                <a:solidFill>
                  <a:srgbClr val="FFFFFF"/>
                </a:solidFill>
                <a:latin typeface="Poppins SemiBold"/>
                <a:ea typeface="Poppins SemiBold"/>
                <a:cs typeface="Poppins SemiBold"/>
              </a:defRPr>
            </a:lvl9pPr>
          </a:lstStyle>
          <a:p xmlns:a="http://schemas.openxmlformats.org/drawingml/2006/main">
            <a:endParaRPr/>
          </a:p>
        </p:txBody>
      </p:sp>
      <p:sp>
        <p:nvSpPr>
          <p:cNvPr id="16" name="Google Shape;16;p3">
            <a:extLst xmlns:a="http://schemas.openxmlformats.org/drawingml/2006/main">
              <a:ext uri="{FF2B5EF4-FFF2-40B4-BE49-F238E27FC236}">
                <a16:creationId xmlns:a16="http://schemas.microsoft.com/office/drawing/2014/main" id="{EDB5C784-DEB2-4098-8163-C3D71556EE1D}"/>
              </a:ext>
            </a:extLst>
          </p:cNvPr>
          <p:cNvSpPr>
            <a:spLocks xmlns:a="http://schemas.openxmlformats.org/drawingml/2006/main" noGrp="1"/>
          </p:cNvSpPr>
          <p:nvPr>
            <p:ph type="subTitle" idx="1"/>
          </p:nvPr>
        </p:nvSpPr>
        <p:spPr>
          <a:xfrm xmlns:a="http://schemas.openxmlformats.org/drawingml/2006/main">
            <a:off x="506875" y="3362325"/>
            <a:ext cx="2703300" cy="14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1pPr>
            <a:lvl2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2pPr>
            <a:lvl3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3pPr>
            <a:lvl4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4pPr>
            <a:lvl5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5pPr>
            <a:lvl6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6pPr>
            <a:lvl7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7pPr>
            <a:lvl8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8pPr>
            <a:lvl9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9pPr>
          </a:lstStyle>
          <a:p xmlns:a="http://schemas.openxmlformats.org/drawingml/2006/main">
            <a:endParaRPr/>
          </a:p>
        </p:txBody>
      </p:sp>
    </p:spTree>
  </p:cSld>
</p:sldLayout>
</file>

<file path=ppt/slideLayouts/slideLayout2.xml><?xml version="1.0" encoding="utf-8"?>
<p:sldLayout xmlns:p="http://schemas.openxmlformats.org/presentationml/2006/main" matchingName="Title Slide_Blue Option 2">
  <p:cSld name="TITLE_1_1">
    <p:spTree>
      <p:nvGrpSpPr>
        <p:cNvPr id="1" name=""/>
        <p:cNvGrpSpPr/>
        <p:nvPr/>
      </p:nvGrpSpPr>
      <p:grpSpPr>
        <a:xfrm xmlns:a="http://schemas.openxmlformats.org/drawingml/2006/main"/>
      </p:grpSpPr>
      <p:pic>
        <p:nvPicPr>
          <p:cNvPr id="28" name="Google Shape;23;p5"/>
          <p:cNvPicPr>
            <a:picLocks xmlns:a="http://schemas.openxmlformats.org/drawingml/2006/main" noChangeAspect="1"/>
          </p:cNvPicPr>
          <p:nvPr/>
        </p:nvPicPr>
        <p:blipFill rotWithShape="1">
          <a:blip xmlns:r="http://schemas.openxmlformats.org/officeDocument/2006/relationships" xmlns:a="http://schemas.openxmlformats.org/drawingml/2006/main" r:embed="R4f098f438c694673">
            <a:alphaModFix/>
          </a:blip>
          <a:srcRect xmlns:a="http://schemas.openxmlformats.org/drawingml/2006/main" l="0" t="0" r="0" b="0"/>
          <a:stretch xmlns:a="http://schemas.openxmlformats.org/drawingml/2006/main"/>
        </p:blipFill>
        <p:spPr>
          <a:xfrm xmlns:a="http://schemas.openxmlformats.org/drawingml/2006/main">
            <a:off x="0" y="0"/>
            <a:ext cx="9144000" cy="5143497"/>
          </a:xfrm>
          <a:prstGeom xmlns:a="http://schemas.openxmlformats.org/drawingml/2006/main" prst="rect">
            <a:avLst/>
          </a:prstGeom>
          <a:ln xmlns:a="http://schemas.openxmlformats.org/drawingml/2006/main">
            <a:noFill/>
          </a:ln>
        </p:spPr>
      </p:pic>
      <p:sp>
        <p:nvSpPr>
          <p:cNvPr id="24" name="Google Shape;24;p5">
            <a:extLst xmlns:a="http://schemas.openxmlformats.org/drawingml/2006/main">
              <a:ext uri="{FF2B5EF4-FFF2-40B4-BE49-F238E27FC236}">
                <a16:creationId xmlns:a16="http://schemas.microsoft.com/office/drawing/2014/main" id="{A887A63B-4210-4363-9F5E-0389D3A905D6}"/>
              </a:ext>
            </a:extLst>
          </p:cNvPr>
          <p:cNvSpPr>
            <a:spLocks xmlns:a="http://schemas.openxmlformats.org/drawingml/2006/main" noGrp="1"/>
          </p:cNvSpPr>
          <p:nvPr>
            <p:ph type="subTitle" idx="1"/>
          </p:nvPr>
        </p:nvSpPr>
        <p:spPr>
          <a:xfrm xmlns:a="http://schemas.openxmlformats.org/drawingml/2006/main">
            <a:off x="506875" y="3362325"/>
            <a:ext cx="2739000" cy="14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b">
            <a:noAutofit/>
          </a:bodyPr>
          <a:lstStyle xmlns:a="http://schemas.openxmlformats.org/drawingml/2006/main">
            <a:lvl1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1pPr>
            <a:lvl2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2pPr>
            <a:lvl3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3pPr>
            <a:lvl4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4pPr>
            <a:lvl5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5pPr>
            <a:lvl6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6pPr>
            <a:lvl7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7pPr>
            <a:lvl8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8pPr>
            <a:lvl9pPr>
              <a:lnSpc>
                <a:spcPct val="115000"/>
              </a:lnSpc>
              <a:spcBef>
                <a:spcPts val="0"/>
              </a:spcBef>
              <a:spcAft>
                <a:spcPts val="0"/>
              </a:spcAft>
              <a:buClr>
                <a:srgbClr val="FFFFFF"/>
              </a:buClr>
              <a:buSzPts val="1400"/>
              <a:buFont typeface="Poppins"/>
              <a:buNone/>
              <a:defRPr>
                <a:solidFill>
                  <a:srgbClr val="FFFFFF"/>
                </a:solidFill>
                <a:latin typeface="Poppins"/>
                <a:ea typeface="Poppins"/>
                <a:cs typeface="Poppins"/>
              </a:defRPr>
            </a:lvl9pPr>
          </a:lstStyle>
          <a:p xmlns:a="http://schemas.openxmlformats.org/drawingml/2006/main">
            <a:endParaRPr/>
          </a:p>
        </p:txBody>
      </p:sp>
      <p:sp>
        <p:nvSpPr>
          <p:cNvPr id="25" name="Google Shape;25;p5">
            <a:extLst xmlns:a="http://schemas.openxmlformats.org/drawingml/2006/main">
              <a:ext uri="{FF2B5EF4-FFF2-40B4-BE49-F238E27FC236}">
                <a16:creationId xmlns:a16="http://schemas.microsoft.com/office/drawing/2014/main" id="{D1680036-A116-4C94-B4A9-79DFF003625B}"/>
              </a:ext>
            </a:extLst>
          </p:cNvPr>
          <p:cNvSpPr>
            <a:spLocks xmlns:a="http://schemas.openxmlformats.org/drawingml/2006/main" noGrp="1"/>
          </p:cNvSpPr>
          <p:nvPr>
            <p:ph type="title" idx="0"/>
          </p:nvPr>
        </p:nvSpPr>
        <p:spPr>
          <a:xfrm xmlns:a="http://schemas.openxmlformats.org/drawingml/2006/main">
            <a:off x="506875" y="1878975"/>
            <a:ext cx="2703300" cy="121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1pPr>
            <a:lvl2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2pPr>
            <a:lvl3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3pPr>
            <a:lvl4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4pPr>
            <a:lvl5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5pPr>
            <a:lvl6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6pPr>
            <a:lvl7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7pPr>
            <a:lvl8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8pPr>
            <a:lvl9pPr>
              <a:lnSpc>
                <a:spcPct val="115000"/>
              </a:lnSpc>
              <a:spcBef>
                <a:spcPts val="0"/>
              </a:spcBef>
              <a:spcAft>
                <a:spcPts val="0"/>
              </a:spcAft>
              <a:buClr>
                <a:srgbClr val="FFFFFF"/>
              </a:buClr>
              <a:buSzPts val="1800"/>
              <a:buFont typeface="Poppins"/>
              <a:buNone/>
              <a:defRPr sz="1800">
                <a:solidFill>
                  <a:srgbClr val="FFFFFF"/>
                </a:solidFill>
                <a:latin typeface="Poppins"/>
                <a:ea typeface="Poppins"/>
                <a:cs typeface="Poppins"/>
              </a:defRPr>
            </a:lvl9pPr>
          </a:lstStyle>
          <a:p xmlns:a="http://schemas.openxmlformats.org/drawingml/2006/main">
            <a:endParaRPr/>
          </a:p>
        </p:txBody>
      </p:sp>
      <p:pic>
        <p:nvPicPr>
          <p:cNvPr id="31" name="Google Shape;26;p5"/>
          <p:cNvPicPr>
            <a:picLocks xmlns:a="http://schemas.openxmlformats.org/drawingml/2006/main" noChangeAspect="1"/>
          </p:cNvPicPr>
          <p:nvPr/>
        </p:nvPicPr>
        <p:blipFill>
          <a:blip xmlns:r="http://schemas.openxmlformats.org/officeDocument/2006/relationships" xmlns:a="http://schemas.openxmlformats.org/drawingml/2006/main" r:embed="Rac5bc4f3cd4942aa">
            <a:alphaModFix/>
          </a:blip>
          <a:stretch xmlns:a="http://schemas.openxmlformats.org/drawingml/2006/main">
            <a:fillRect l="0" t="0" r="0" b="0"/>
          </a:stretch>
        </p:blipFill>
        <p:spPr>
          <a:xfrm xmlns:a="http://schemas.openxmlformats.org/drawingml/2006/main">
            <a:off x="506875" y="1200300"/>
            <a:ext cx="2810625" cy="534025"/>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Content Option 1">
  <p:cSld name="CUSTOM">
    <p:spTree>
      <p:nvGrpSpPr>
        <p:cNvPr id="1" name=""/>
        <p:cNvGrpSpPr/>
        <p:nvPr/>
      </p:nvGrpSpPr>
      <p:grpSpPr>
        <a:xfrm xmlns:a="http://schemas.openxmlformats.org/drawingml/2006/main"/>
      </p:grpSpPr>
      <p:sp>
        <p:nvSpPr>
          <p:cNvPr id="28" name="Google Shape;28;p6">
            <a:extLst xmlns:a="http://schemas.openxmlformats.org/drawingml/2006/main">
              <a:ext uri="{FF2B5EF4-FFF2-40B4-BE49-F238E27FC236}">
                <a16:creationId xmlns:a16="http://schemas.microsoft.com/office/drawing/2014/main" id="{2CF7D2BE-C0C4-46E3-83E6-7705B703601F}"/>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
        <p:nvSpPr>
          <p:cNvPr id="29" name="Google Shape;29;p6">
            <a:extLst xmlns:a="http://schemas.openxmlformats.org/drawingml/2006/main">
              <a:ext uri="{FF2B5EF4-FFF2-40B4-BE49-F238E27FC236}">
                <a16:creationId xmlns:a16="http://schemas.microsoft.com/office/drawing/2014/main" id="{6F3E563C-9326-4C51-A589-9EA97F8A6A99}"/>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0" name="Google Shape;30;p6">
            <a:extLst xmlns:a="http://schemas.openxmlformats.org/drawingml/2006/main">
              <a:ext uri="{FF2B5EF4-FFF2-40B4-BE49-F238E27FC236}">
                <a16:creationId xmlns:a16="http://schemas.microsoft.com/office/drawing/2014/main" id="{614C7362-9AEA-4339-85D0-D92C4D92FD2E}"/>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31" name="Google Shape;31;p6">
            <a:extLst xmlns:a="http://schemas.openxmlformats.org/drawingml/2006/main">
              <a:ext uri="{FF2B5EF4-FFF2-40B4-BE49-F238E27FC236}">
                <a16:creationId xmlns:a16="http://schemas.microsoft.com/office/drawing/2014/main" id="{91B5F988-464B-40E4-820D-A48E97F8E26F}"/>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39" name="Google Shape;32;p6"/>
          <p:cNvPicPr>
            <a:picLocks xmlns:a="http://schemas.openxmlformats.org/drawingml/2006/main" noChangeAspect="1"/>
          </p:cNvPicPr>
          <p:nvPr/>
        </p:nvPicPr>
        <p:blipFill>
          <a:blip xmlns:r="http://schemas.openxmlformats.org/officeDocument/2006/relationships" xmlns:a="http://schemas.openxmlformats.org/drawingml/2006/main" r:embed="Re8fd949163c343e8">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33" name="Google Shape;33;p6">
            <a:extLst xmlns:a="http://schemas.openxmlformats.org/drawingml/2006/main">
              <a:ext uri="{FF2B5EF4-FFF2-40B4-BE49-F238E27FC236}">
                <a16:creationId xmlns:a16="http://schemas.microsoft.com/office/drawing/2014/main" id="{84465357-40C9-44C5-9474-B2C2CCF291AC}"/>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solidFill>
                  <a:srgbClr val="000000"/>
                </a:solidFill>
              </a:defRPr>
            </a:lvl1pPr>
            <a:lvl2pPr>
              <a:buNone/>
              <a:defRPr>
                <a:solidFill>
                  <a:srgbClr val="000000"/>
                </a:solidFill>
              </a:defRPr>
            </a:lvl2pPr>
            <a:lvl3pPr>
              <a:buNone/>
              <a:defRPr>
                <a:solidFill>
                  <a:srgbClr val="000000"/>
                </a:solidFill>
              </a:defRPr>
            </a:lvl3pPr>
            <a:lvl4pPr>
              <a:buNone/>
              <a:defRPr>
                <a:solidFill>
                  <a:srgbClr val="000000"/>
                </a:solidFill>
              </a:defRPr>
            </a:lvl4pPr>
            <a:lvl5pPr>
              <a:buNone/>
              <a:defRPr>
                <a:solidFill>
                  <a:srgbClr val="000000"/>
                </a:solidFill>
              </a:defRPr>
            </a:lvl5pPr>
            <a:lvl6pPr>
              <a:buNone/>
              <a:defRPr>
                <a:solidFill>
                  <a:srgbClr val="000000"/>
                </a:solidFill>
              </a:defRPr>
            </a:lvl6pPr>
            <a:lvl7pPr>
              <a:buNone/>
              <a:defRPr>
                <a:solidFill>
                  <a:srgbClr val="000000"/>
                </a:solidFill>
              </a:defRPr>
            </a:lvl7pPr>
            <a:lvl8pPr>
              <a:buNone/>
              <a:defRPr>
                <a:solidFill>
                  <a:srgbClr val="000000"/>
                </a:solidFill>
              </a:defRPr>
            </a:lvl8pPr>
            <a:lvl9pPr>
              <a:buNone/>
              <a:defRPr>
                <a:solidFill>
                  <a:srgbClr val="000000"/>
                </a:solidFil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ontent Option 2">
  <p:cSld name="CUSTOM_1">
    <p:spTree>
      <p:nvGrpSpPr>
        <p:cNvPr id="1" name=""/>
        <p:cNvGrpSpPr/>
        <p:nvPr/>
      </p:nvGrpSpPr>
      <p:grpSpPr>
        <a:xfrm xmlns:a="http://schemas.openxmlformats.org/drawingml/2006/main"/>
      </p:grpSpPr>
      <p:sp>
        <p:nvSpPr>
          <p:cNvPr id="35" name="Google Shape;35;p7">
            <a:extLst xmlns:a="http://schemas.openxmlformats.org/drawingml/2006/main">
              <a:ext uri="{FF2B5EF4-FFF2-40B4-BE49-F238E27FC236}">
                <a16:creationId xmlns:a16="http://schemas.microsoft.com/office/drawing/2014/main" id="{BA149727-4B98-45FA-847B-71DD2204C62F}"/>
              </a:ext>
            </a:extLst>
          </p:cNvPr>
          <p:cNvSpPr>
            <a:spLocks xmlns:a="http://schemas.openxmlformats.org/drawingml/2006/main" noGrp="1"/>
          </p:cNvSpPr>
          <p:nvPr>
            <p:ph type="body" idx="1"/>
          </p:nvPr>
        </p:nvSpPr>
        <p:spPr>
          <a:xfrm xmlns:a="http://schemas.openxmlformats.org/drawingml/2006/main">
            <a:off x="506875" y="1878975"/>
            <a:ext cx="26520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36" name="Google Shape;36;p7">
            <a:extLst xmlns:a="http://schemas.openxmlformats.org/drawingml/2006/main">
              <a:ext uri="{FF2B5EF4-FFF2-40B4-BE49-F238E27FC236}">
                <a16:creationId xmlns:a16="http://schemas.microsoft.com/office/drawing/2014/main" id="{79779561-FDB8-496C-8FFC-43BD064D730B}"/>
              </a:ext>
            </a:extLst>
          </p:cNvPr>
          <p:cNvSpPr>
            <a:spLocks xmlns:a="http://schemas.openxmlformats.org/drawingml/2006/main" noGrp="1"/>
          </p:cNvSpPr>
          <p:nvPr>
            <p:ph type="body" idx="2"/>
          </p:nvPr>
        </p:nvSpPr>
        <p:spPr>
          <a:xfrm xmlns:a="http://schemas.openxmlformats.org/drawingml/2006/main">
            <a:off x="3245975" y="1878975"/>
            <a:ext cx="26520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37" name="Google Shape;37;p7">
            <a:extLst xmlns:a="http://schemas.openxmlformats.org/drawingml/2006/main">
              <a:ext uri="{FF2B5EF4-FFF2-40B4-BE49-F238E27FC236}">
                <a16:creationId xmlns:a16="http://schemas.microsoft.com/office/drawing/2014/main" id="{724E5976-4C6F-4B6B-80F7-24ABC0110937}"/>
              </a:ext>
            </a:extLst>
          </p:cNvPr>
          <p:cNvSpPr>
            <a:spLocks xmlns:a="http://schemas.openxmlformats.org/drawingml/2006/main" noGrp="1"/>
          </p:cNvSpPr>
          <p:nvPr>
            <p:ph type="body" idx="3"/>
          </p:nvPr>
        </p:nvSpPr>
        <p:spPr>
          <a:xfrm xmlns:a="http://schemas.openxmlformats.org/drawingml/2006/main">
            <a:off x="5985000" y="1878975"/>
            <a:ext cx="26520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38" name="Google Shape;38;p7">
            <a:extLst xmlns:a="http://schemas.openxmlformats.org/drawingml/2006/main">
              <a:ext uri="{FF2B5EF4-FFF2-40B4-BE49-F238E27FC236}">
                <a16:creationId xmlns:a16="http://schemas.microsoft.com/office/drawing/2014/main" id="{1B4ADD75-5471-4092-9E54-01FA810DE506}"/>
              </a:ext>
            </a:extLst>
          </p:cNvPr>
          <p:cNvSpPr>
            <a:spLocks xmlns:a="http://schemas.openxmlformats.org/drawingml/2006/main" noGrp="1"/>
          </p:cNvSpPr>
          <p:nvPr>
            <p:ph type="body" idx="4"/>
          </p:nvPr>
        </p:nvSpPr>
        <p:spPr>
          <a:xfrm xmlns:a="http://schemas.openxmlformats.org/drawingml/2006/main">
            <a:off x="506875" y="4800600"/>
            <a:ext cx="81303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48" name="Google Shape;39;p7"/>
          <p:cNvPicPr>
            <a:picLocks xmlns:a="http://schemas.openxmlformats.org/drawingml/2006/main" noChangeAspect="1"/>
          </p:cNvPicPr>
          <p:nvPr/>
        </p:nvPicPr>
        <p:blipFill>
          <a:blip xmlns:r="http://schemas.openxmlformats.org/officeDocument/2006/relationships" xmlns:a="http://schemas.openxmlformats.org/drawingml/2006/main" r:embed="R38529546e90a4646">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40" name="Google Shape;40;p7">
            <a:extLst xmlns:a="http://schemas.openxmlformats.org/drawingml/2006/main">
              <a:ext uri="{FF2B5EF4-FFF2-40B4-BE49-F238E27FC236}">
                <a16:creationId xmlns:a16="http://schemas.microsoft.com/office/drawing/2014/main" id="{0CACCBC3-4CCE-4D6F-BD82-357D819F4552}"/>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41" name="Google Shape;41;p7">
            <a:extLst xmlns:a="http://schemas.openxmlformats.org/drawingml/2006/main">
              <a:ext uri="{FF2B5EF4-FFF2-40B4-BE49-F238E27FC236}">
                <a16:creationId xmlns:a16="http://schemas.microsoft.com/office/drawing/2014/main" id="{267704EA-A8C6-4670-A764-704387C04B50}"/>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
        <p:nvSpPr>
          <p:cNvPr id="42" name="Google Shape;42;p7">
            <a:extLst xmlns:a="http://schemas.openxmlformats.org/drawingml/2006/main">
              <a:ext uri="{FF2B5EF4-FFF2-40B4-BE49-F238E27FC236}">
                <a16:creationId xmlns:a16="http://schemas.microsoft.com/office/drawing/2014/main" id="{B3DA591C-C909-4ED4-AB22-42D62F94AAC8}"/>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solidFill>
                  <a:srgbClr val="000000"/>
                </a:solidFill>
              </a:defRPr>
            </a:lvl1pPr>
            <a:lvl2pPr>
              <a:buNone/>
              <a:defRPr>
                <a:solidFill>
                  <a:srgbClr val="000000"/>
                </a:solidFill>
              </a:defRPr>
            </a:lvl2pPr>
            <a:lvl3pPr>
              <a:buNone/>
              <a:defRPr>
                <a:solidFill>
                  <a:srgbClr val="000000"/>
                </a:solidFill>
              </a:defRPr>
            </a:lvl3pPr>
            <a:lvl4pPr>
              <a:buNone/>
              <a:defRPr>
                <a:solidFill>
                  <a:srgbClr val="000000"/>
                </a:solidFill>
              </a:defRPr>
            </a:lvl4pPr>
            <a:lvl5pPr>
              <a:buNone/>
              <a:defRPr>
                <a:solidFill>
                  <a:srgbClr val="000000"/>
                </a:solidFill>
              </a:defRPr>
            </a:lvl5pPr>
            <a:lvl6pPr>
              <a:buNone/>
              <a:defRPr>
                <a:solidFill>
                  <a:srgbClr val="000000"/>
                </a:solidFill>
              </a:defRPr>
            </a:lvl6pPr>
            <a:lvl7pPr>
              <a:buNone/>
              <a:defRPr>
                <a:solidFill>
                  <a:srgbClr val="000000"/>
                </a:solidFill>
              </a:defRPr>
            </a:lvl7pPr>
            <a:lvl8pPr>
              <a:buNone/>
              <a:defRPr>
                <a:solidFill>
                  <a:srgbClr val="000000"/>
                </a:solidFill>
              </a:defRPr>
            </a:lvl8pPr>
            <a:lvl9pPr>
              <a:buNone/>
              <a:defRPr>
                <a:solidFill>
                  <a:srgbClr val="000000"/>
                </a:solidFil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Blank Slide">
  <p:cSld name="CUSTOM_1_1">
    <p:spTree>
      <p:nvGrpSpPr>
        <p:cNvPr id="1" name=""/>
        <p:cNvGrpSpPr/>
        <p:nvPr/>
      </p:nvGrpSpPr>
      <p:grpSpPr>
        <a:xfrm xmlns:a="http://schemas.openxmlformats.org/drawingml/2006/main"/>
      </p:grpSpPr>
      <p:sp>
        <p:nvSpPr>
          <p:cNvPr id="44" name="Google Shape;44;p8">
            <a:extLst xmlns:a="http://schemas.openxmlformats.org/drawingml/2006/main">
              <a:ext uri="{FF2B5EF4-FFF2-40B4-BE49-F238E27FC236}">
                <a16:creationId xmlns:a16="http://schemas.microsoft.com/office/drawing/2014/main" id="{85BA36BB-8019-4F61-8DA2-E93027537212}"/>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Laptop Option">
  <p:cSld name="CUSTOM_1_1_1">
    <p:spTree>
      <p:nvGrpSpPr>
        <p:cNvPr id="1" name=""/>
        <p:cNvGrpSpPr/>
        <p:nvPr/>
      </p:nvGrpSpPr>
      <p:grpSpPr>
        <a:xfrm xmlns:a="http://schemas.openxmlformats.org/drawingml/2006/main"/>
      </p:grpSpPr>
      <p:pic>
        <p:nvPicPr>
          <p:cNvPr id="56" name="Google Shape;46;p9"/>
          <p:cNvPicPr>
            <a:picLocks xmlns:a="http://schemas.openxmlformats.org/drawingml/2006/main" noChangeAspect="1"/>
          </p:cNvPicPr>
          <p:nvPr/>
        </p:nvPicPr>
        <p:blipFill rotWithShape="1">
          <a:blip xmlns:r="http://schemas.openxmlformats.org/officeDocument/2006/relationships" xmlns:a="http://schemas.openxmlformats.org/drawingml/2006/main" r:embed="Rc40d163e1de44900">
            <a:alphaModFix/>
          </a:blip>
          <a:srcRect xmlns:a="http://schemas.openxmlformats.org/drawingml/2006/main" l="0" t="0" r="0" b="0"/>
          <a:stretch xmlns:a="http://schemas.openxmlformats.org/drawingml/2006/main"/>
        </p:blipFill>
        <p:spPr>
          <a:xfrm xmlns:a="http://schemas.openxmlformats.org/drawingml/2006/main">
            <a:off x="5007284" y="1878975"/>
            <a:ext cx="4141616" cy="2924549"/>
          </a:xfrm>
          <a:prstGeom xmlns:a="http://schemas.openxmlformats.org/drawingml/2006/main" prst="rect">
            <a:avLst/>
          </a:prstGeom>
          <a:ln xmlns:a="http://schemas.openxmlformats.org/drawingml/2006/main">
            <a:noFill/>
          </a:ln>
        </p:spPr>
      </p:pic>
      <p:sp>
        <p:nvSpPr>
          <p:cNvPr id="47" name="Google Shape;47;p9">
            <a:extLst xmlns:a="http://schemas.openxmlformats.org/drawingml/2006/main">
              <a:ext uri="{FF2B5EF4-FFF2-40B4-BE49-F238E27FC236}">
                <a16:creationId xmlns:a16="http://schemas.microsoft.com/office/drawing/2014/main" id="{9E34EE5F-F0D8-49F6-918F-A4E52BCCF365}"/>
              </a:ext>
            </a:extLst>
          </p:cNvPr>
          <p:cNvSpPr>
            <a:spLocks xmlns:a="http://schemas.openxmlformats.org/drawingml/2006/main" noGrp="1"/>
          </p:cNvSpPr>
          <p:nvPr/>
        </p:nvSpPr>
        <p:spPr>
          <a:xfrm xmlns:a="http://schemas.openxmlformats.org/drawingml/2006/main">
            <a:off x="5636925" y="2027450"/>
            <a:ext cx="3507300" cy="24474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1200">
                <a:solidFill>
                  <a:schemeClr val="lt2"/>
                </a:solidFill>
              </a:rPr>
              <a:t>Image Placeholder</a:t>
            </a:r>
            <a:endParaRPr/>
          </a:p>
        </p:txBody>
      </p:sp>
      <p:sp>
        <p:nvSpPr>
          <p:cNvPr id="48" name="Google Shape;48;p9">
            <a:extLst xmlns:a="http://schemas.openxmlformats.org/drawingml/2006/main">
              <a:ext uri="{FF2B5EF4-FFF2-40B4-BE49-F238E27FC236}">
                <a16:creationId xmlns:a16="http://schemas.microsoft.com/office/drawing/2014/main" id="{33E58B71-D425-4563-BF5B-2F852BEF9795}"/>
              </a:ext>
            </a:extLst>
          </p:cNvPr>
          <p:cNvSpPr>
            <a:spLocks xmlns:a="http://schemas.openxmlformats.org/drawingml/2006/main" noGrp="1"/>
          </p:cNvSpPr>
          <p:nvPr>
            <p:ph type="body" idx="1"/>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49" name="Google Shape;49;p9">
            <a:extLst xmlns:a="http://schemas.openxmlformats.org/drawingml/2006/main">
              <a:ext uri="{FF2B5EF4-FFF2-40B4-BE49-F238E27FC236}">
                <a16:creationId xmlns:a16="http://schemas.microsoft.com/office/drawing/2014/main" id="{0938DF94-1602-4A04-A05F-31387BE9DDA9}"/>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60" name="Google Shape;50;p9"/>
          <p:cNvPicPr>
            <a:picLocks xmlns:a="http://schemas.openxmlformats.org/drawingml/2006/main" noChangeAspect="1"/>
          </p:cNvPicPr>
          <p:nvPr/>
        </p:nvPicPr>
        <p:blipFill>
          <a:blip xmlns:r="http://schemas.openxmlformats.org/officeDocument/2006/relationships" xmlns:a="http://schemas.openxmlformats.org/drawingml/2006/main" r:embed="Rc6c83204c13b497c">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51" name="Google Shape;51;p9">
            <a:extLst xmlns:a="http://schemas.openxmlformats.org/drawingml/2006/main">
              <a:ext uri="{FF2B5EF4-FFF2-40B4-BE49-F238E27FC236}">
                <a16:creationId xmlns:a16="http://schemas.microsoft.com/office/drawing/2014/main" id="{3EEACAE1-1789-46CB-B84B-4757141C594D}"/>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52" name="Google Shape;52;p9">
            <a:extLst xmlns:a="http://schemas.openxmlformats.org/drawingml/2006/main">
              <a:ext uri="{FF2B5EF4-FFF2-40B4-BE49-F238E27FC236}">
                <a16:creationId xmlns:a16="http://schemas.microsoft.com/office/drawing/2014/main" id="{C85B8427-C183-4612-BB30-5D5C2594BAB1}"/>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
        <p:nvSpPr>
          <p:cNvPr id="53" name="Google Shape;53;p9">
            <a:extLst xmlns:a="http://schemas.openxmlformats.org/drawingml/2006/main">
              <a:ext uri="{FF2B5EF4-FFF2-40B4-BE49-F238E27FC236}">
                <a16:creationId xmlns:a16="http://schemas.microsoft.com/office/drawing/2014/main" id="{20CBE7BB-1C7A-46C2-A944-E73A5E2CA691}"/>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solidFill>
                  <a:srgbClr val="000000"/>
                </a:solidFill>
              </a:defRPr>
            </a:lvl1pPr>
            <a:lvl2pPr>
              <a:buNone/>
              <a:defRPr>
                <a:solidFill>
                  <a:srgbClr val="000000"/>
                </a:solidFill>
              </a:defRPr>
            </a:lvl2pPr>
            <a:lvl3pPr>
              <a:buNone/>
              <a:defRPr>
                <a:solidFill>
                  <a:srgbClr val="000000"/>
                </a:solidFill>
              </a:defRPr>
            </a:lvl3pPr>
            <a:lvl4pPr>
              <a:buNone/>
              <a:defRPr>
                <a:solidFill>
                  <a:srgbClr val="000000"/>
                </a:solidFill>
              </a:defRPr>
            </a:lvl4pPr>
            <a:lvl5pPr>
              <a:buNone/>
              <a:defRPr>
                <a:solidFill>
                  <a:srgbClr val="000000"/>
                </a:solidFill>
              </a:defRPr>
            </a:lvl5pPr>
            <a:lvl6pPr>
              <a:buNone/>
              <a:defRPr>
                <a:solidFill>
                  <a:srgbClr val="000000"/>
                </a:solidFill>
              </a:defRPr>
            </a:lvl6pPr>
            <a:lvl7pPr>
              <a:buNone/>
              <a:defRPr>
                <a:solidFill>
                  <a:srgbClr val="000000"/>
                </a:solidFill>
              </a:defRPr>
            </a:lvl7pPr>
            <a:lvl8pPr>
              <a:buNone/>
              <a:defRPr>
                <a:solidFill>
                  <a:srgbClr val="000000"/>
                </a:solidFill>
              </a:defRPr>
            </a:lvl8pPr>
            <a:lvl9pPr>
              <a:buNone/>
              <a:defRPr>
                <a:solidFill>
                  <a:srgbClr val="000000"/>
                </a:solidFil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Image Option 2">
  <p:cSld name="CUSTOM_1_1_1_1">
    <p:spTree>
      <p:nvGrpSpPr>
        <p:cNvPr id="1" name=""/>
        <p:cNvGrpSpPr/>
        <p:nvPr/>
      </p:nvGrpSpPr>
      <p:grpSpPr>
        <a:xfrm xmlns:a="http://schemas.openxmlformats.org/drawingml/2006/main"/>
      </p:grpSpPr>
      <p:pic>
        <p:nvPicPr>
          <p:cNvPr id="64" name="Google Shape;55;p10"/>
          <p:cNvPicPr>
            <a:picLocks xmlns:a="http://schemas.openxmlformats.org/drawingml/2006/main" noChangeAspect="1"/>
          </p:cNvPicPr>
          <p:nvPr/>
        </p:nvPicPr>
        <p:blipFill rotWithShape="1">
          <a:blip xmlns:r="http://schemas.openxmlformats.org/officeDocument/2006/relationships" xmlns:a="http://schemas.openxmlformats.org/drawingml/2006/main" r:embed="Rb94ce5ed16954e2a">
            <a:alphaModFix/>
          </a:blip>
          <a:srcRect xmlns:a="http://schemas.openxmlformats.org/drawingml/2006/main" l="0" t="-7227" r="0" b="0"/>
          <a:stretch xmlns:a="http://schemas.openxmlformats.org/drawingml/2006/main"/>
        </p:blipFill>
        <p:spPr>
          <a:xfrm xmlns:a="http://schemas.openxmlformats.org/drawingml/2006/main">
            <a:off x="5753100" y="1743075"/>
            <a:ext cx="3390900" cy="3400500"/>
          </a:xfrm>
          <a:prstGeom xmlns:a="http://schemas.openxmlformats.org/drawingml/2006/main" prst="rect">
            <a:avLst/>
          </a:prstGeom>
          <a:ln xmlns:a="http://schemas.openxmlformats.org/drawingml/2006/main">
            <a:noFill/>
          </a:ln>
        </p:spPr>
      </p:pic>
      <p:sp>
        <p:nvSpPr>
          <p:cNvPr id="56" name="Google Shape;56;p10">
            <a:extLst xmlns:a="http://schemas.openxmlformats.org/drawingml/2006/main">
              <a:ext uri="{FF2B5EF4-FFF2-40B4-BE49-F238E27FC236}">
                <a16:creationId xmlns:a16="http://schemas.microsoft.com/office/drawing/2014/main" id="{09DAEDCF-9179-4597-8815-E6EF27B6DEF4}"/>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57" name="Google Shape;57;p10">
            <a:extLst xmlns:a="http://schemas.openxmlformats.org/drawingml/2006/main">
              <a:ext uri="{FF2B5EF4-FFF2-40B4-BE49-F238E27FC236}">
                <a16:creationId xmlns:a16="http://schemas.microsoft.com/office/drawing/2014/main" id="{BBB907F0-F701-4528-A06E-BC7CD187B064}"/>
              </a:ext>
            </a:extLst>
          </p:cNvPr>
          <p:cNvSpPr>
            <a:spLocks xmlns:a="http://schemas.openxmlformats.org/drawingml/2006/main" noGrp="1"/>
          </p:cNvSpPr>
          <p:nvPr>
            <p:ph type="body" idx="1"/>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sp>
        <p:nvSpPr>
          <p:cNvPr id="58" name="Google Shape;58;p10">
            <a:extLst xmlns:a="http://schemas.openxmlformats.org/drawingml/2006/main">
              <a:ext uri="{FF2B5EF4-FFF2-40B4-BE49-F238E27FC236}">
                <a16:creationId xmlns:a16="http://schemas.microsoft.com/office/drawing/2014/main" id="{0929F0FD-1211-497E-AFBB-AFEA84029A0E}"/>
              </a:ext>
            </a:extLst>
          </p:cNvPr>
          <p:cNvSpPr>
            <a:spLocks xmlns:a="http://schemas.openxmlformats.org/drawingml/2006/main" noGrp="1"/>
          </p:cNvSpPr>
          <p:nvPr>
            <p:ph type="body" idx="2"/>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68" name="Google Shape;59;p10"/>
          <p:cNvPicPr>
            <a:picLocks xmlns:a="http://schemas.openxmlformats.org/drawingml/2006/main" noChangeAspect="1"/>
          </p:cNvPicPr>
          <p:nvPr/>
        </p:nvPicPr>
        <p:blipFill>
          <a:blip xmlns:r="http://schemas.openxmlformats.org/officeDocument/2006/relationships" xmlns:a="http://schemas.openxmlformats.org/drawingml/2006/main" r:embed="Rae9ae3488bcc4144">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60" name="Google Shape;60;p10">
            <a:extLst xmlns:a="http://schemas.openxmlformats.org/drawingml/2006/main">
              <a:ext uri="{FF2B5EF4-FFF2-40B4-BE49-F238E27FC236}">
                <a16:creationId xmlns:a16="http://schemas.microsoft.com/office/drawing/2014/main" id="{911A2C58-2EAC-43E2-91FF-7DD277495AD9}"/>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61" name="Google Shape;61;p10">
            <a:extLst xmlns:a="http://schemas.openxmlformats.org/drawingml/2006/main">
              <a:ext uri="{FF2B5EF4-FFF2-40B4-BE49-F238E27FC236}">
                <a16:creationId xmlns:a16="http://schemas.microsoft.com/office/drawing/2014/main" id="{EBB08F40-A84E-44D8-AADC-60BCC93F74AF}"/>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8.xml><?xml version="1.0" encoding="utf-8"?>
<p:sldLayout xmlns:p="http://schemas.openxmlformats.org/presentationml/2006/main" matchingName="Image Option 3">
  <p:cSld name="CUSTOM_1_1_1_1_2">
    <p:spTree>
      <p:nvGrpSpPr>
        <p:cNvPr id="1" name=""/>
        <p:cNvGrpSpPr/>
        <p:nvPr/>
      </p:nvGrpSpPr>
      <p:grpSpPr>
        <a:xfrm xmlns:a="http://schemas.openxmlformats.org/drawingml/2006/main"/>
      </p:grpSpPr>
      <p:pic>
        <p:nvPicPr>
          <p:cNvPr id="72" name="Google Shape;63;p11"/>
          <p:cNvPicPr>
            <a:picLocks xmlns:a="http://schemas.openxmlformats.org/drawingml/2006/main" noChangeAspect="1"/>
          </p:cNvPicPr>
          <p:nvPr/>
        </p:nvPicPr>
        <p:blipFill rotWithShape="1">
          <a:blip xmlns:r="http://schemas.openxmlformats.org/officeDocument/2006/relationships" xmlns:a="http://schemas.openxmlformats.org/drawingml/2006/main" r:embed="Rf67c1472eced4725">
            <a:alphaModFix/>
          </a:blip>
          <a:srcRect xmlns:a="http://schemas.openxmlformats.org/drawingml/2006/main" l="0" t="0" r="0" b="0"/>
          <a:stretch xmlns:a="http://schemas.openxmlformats.org/drawingml/2006/main"/>
        </p:blipFill>
        <p:spPr>
          <a:xfrm xmlns:a="http://schemas.openxmlformats.org/drawingml/2006/main">
            <a:off x="5753100" y="2347000"/>
            <a:ext cx="3390900" cy="2796600"/>
          </a:xfrm>
          <a:prstGeom xmlns:a="http://schemas.openxmlformats.org/drawingml/2006/main" prst="rect">
            <a:avLst/>
          </a:prstGeom>
          <a:ln xmlns:a="http://schemas.openxmlformats.org/drawingml/2006/main">
            <a:noFill/>
          </a:ln>
        </p:spPr>
      </p:pic>
      <p:sp>
        <p:nvSpPr>
          <p:cNvPr id="64" name="Google Shape;64;p11">
            <a:extLst xmlns:a="http://schemas.openxmlformats.org/drawingml/2006/main">
              <a:ext uri="{FF2B5EF4-FFF2-40B4-BE49-F238E27FC236}">
                <a16:creationId xmlns:a16="http://schemas.microsoft.com/office/drawing/2014/main" id="{E06075FD-C44D-489E-834B-0952C1777FE8}"/>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65" name="Google Shape;65;p11">
            <a:extLst xmlns:a="http://schemas.openxmlformats.org/drawingml/2006/main">
              <a:ext uri="{FF2B5EF4-FFF2-40B4-BE49-F238E27FC236}">
                <a16:creationId xmlns:a16="http://schemas.microsoft.com/office/drawing/2014/main" id="{878549B6-CC65-43A9-B50A-88489694A530}"/>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66" name="Google Shape;66;p11">
            <a:extLst xmlns:a="http://schemas.openxmlformats.org/drawingml/2006/main">
              <a:ext uri="{FF2B5EF4-FFF2-40B4-BE49-F238E27FC236}">
                <a16:creationId xmlns:a16="http://schemas.microsoft.com/office/drawing/2014/main" id="{796DBDEE-57A2-4FCD-B54F-DA2FDC59B067}"/>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76" name="Google Shape;67;p11"/>
          <p:cNvPicPr>
            <a:picLocks xmlns:a="http://schemas.openxmlformats.org/drawingml/2006/main" noChangeAspect="1"/>
          </p:cNvPicPr>
          <p:nvPr/>
        </p:nvPicPr>
        <p:blipFill>
          <a:blip xmlns:r="http://schemas.openxmlformats.org/officeDocument/2006/relationships" xmlns:a="http://schemas.openxmlformats.org/drawingml/2006/main" r:embed="Rf3d391fa5d1345ae">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68" name="Google Shape;68;p11">
            <a:extLst xmlns:a="http://schemas.openxmlformats.org/drawingml/2006/main">
              <a:ext uri="{FF2B5EF4-FFF2-40B4-BE49-F238E27FC236}">
                <a16:creationId xmlns:a16="http://schemas.microsoft.com/office/drawing/2014/main" id="{87552C3D-9479-46D6-9D33-13AAF34990F9}"/>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69" name="Google Shape;69;p11">
            <a:extLst xmlns:a="http://schemas.openxmlformats.org/drawingml/2006/main">
              <a:ext uri="{FF2B5EF4-FFF2-40B4-BE49-F238E27FC236}">
                <a16:creationId xmlns:a16="http://schemas.microsoft.com/office/drawing/2014/main" id="{8B7542AB-E533-4C04-AE7F-B56E4A124C60}"/>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9.xml><?xml version="1.0" encoding="utf-8"?>
<p:sldLayout xmlns:p="http://schemas.openxmlformats.org/presentationml/2006/main" matchingName="Image Option 4">
  <p:cSld name="CUSTOM_1_1_1_1_2_1">
    <p:spTree>
      <p:nvGrpSpPr>
        <p:cNvPr id="1" name=""/>
        <p:cNvGrpSpPr/>
        <p:nvPr/>
      </p:nvGrpSpPr>
      <p:grpSpPr>
        <a:xfrm xmlns:a="http://schemas.openxmlformats.org/drawingml/2006/main"/>
      </p:grpSpPr>
      <p:pic>
        <p:nvPicPr>
          <p:cNvPr id="80" name="Google Shape;71;p12"/>
          <p:cNvPicPr>
            <a:picLocks xmlns:a="http://schemas.openxmlformats.org/drawingml/2006/main" noChangeAspect="1"/>
          </p:cNvPicPr>
          <p:nvPr/>
        </p:nvPicPr>
        <p:blipFill rotWithShape="1">
          <a:blip xmlns:r="http://schemas.openxmlformats.org/officeDocument/2006/relationships" xmlns:a="http://schemas.openxmlformats.org/drawingml/2006/main" r:embed="R2886b63041fb46d6">
            <a:alphaModFix/>
          </a:blip>
          <a:srcRect xmlns:a="http://schemas.openxmlformats.org/drawingml/2006/main" l="0" t="0" r="0" b="0"/>
          <a:stretch xmlns:a="http://schemas.openxmlformats.org/drawingml/2006/main"/>
        </p:blipFill>
        <p:spPr>
          <a:xfrm xmlns:a="http://schemas.openxmlformats.org/drawingml/2006/main">
            <a:off x="5753100" y="1743075"/>
            <a:ext cx="3390900" cy="3400500"/>
          </a:xfrm>
          <a:prstGeom xmlns:a="http://schemas.openxmlformats.org/drawingml/2006/main" prst="rect">
            <a:avLst/>
          </a:prstGeom>
          <a:ln xmlns:a="http://schemas.openxmlformats.org/drawingml/2006/main">
            <a:noFill/>
          </a:ln>
        </p:spPr>
      </p:pic>
      <p:sp>
        <p:nvSpPr>
          <p:cNvPr id="72" name="Google Shape;72;p12">
            <a:extLst xmlns:a="http://schemas.openxmlformats.org/drawingml/2006/main">
              <a:ext uri="{FF2B5EF4-FFF2-40B4-BE49-F238E27FC236}">
                <a16:creationId xmlns:a16="http://schemas.microsoft.com/office/drawing/2014/main" id="{0C450678-DE76-4491-9EBD-412B7BD6283A}"/>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73" name="Google Shape;73;p12">
            <a:extLst xmlns:a="http://schemas.openxmlformats.org/drawingml/2006/main">
              <a:ext uri="{FF2B5EF4-FFF2-40B4-BE49-F238E27FC236}">
                <a16:creationId xmlns:a16="http://schemas.microsoft.com/office/drawing/2014/main" id="{91455F0D-B3CE-4ABC-B490-78FECA81FB4A}"/>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74" name="Google Shape;74;p12">
            <a:extLst xmlns:a="http://schemas.openxmlformats.org/drawingml/2006/main">
              <a:ext uri="{FF2B5EF4-FFF2-40B4-BE49-F238E27FC236}">
                <a16:creationId xmlns:a16="http://schemas.microsoft.com/office/drawing/2014/main" id="{D7046ACC-B641-43CC-8317-590E64277B50}"/>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84" name="Google Shape;75;p12"/>
          <p:cNvPicPr>
            <a:picLocks xmlns:a="http://schemas.openxmlformats.org/drawingml/2006/main" noChangeAspect="1"/>
          </p:cNvPicPr>
          <p:nvPr/>
        </p:nvPicPr>
        <p:blipFill>
          <a:blip xmlns:r="http://schemas.openxmlformats.org/officeDocument/2006/relationships" xmlns:a="http://schemas.openxmlformats.org/drawingml/2006/main" r:embed="R44bd6a10db354abf">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76" name="Google Shape;76;p12">
            <a:extLst xmlns:a="http://schemas.openxmlformats.org/drawingml/2006/main">
              <a:ext uri="{FF2B5EF4-FFF2-40B4-BE49-F238E27FC236}">
                <a16:creationId xmlns:a16="http://schemas.microsoft.com/office/drawing/2014/main" id="{2EBF7208-02C9-4689-A0B9-76C4A3837196}"/>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77" name="Google Shape;77;p12">
            <a:extLst xmlns:a="http://schemas.openxmlformats.org/drawingml/2006/main">
              <a:ext uri="{FF2B5EF4-FFF2-40B4-BE49-F238E27FC236}">
                <a16:creationId xmlns:a16="http://schemas.microsoft.com/office/drawing/2014/main" id="{50E4251E-3694-4AC7-B74C-BF2B0407E085}"/>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0.xml><?xml version="1.0" encoding="utf-8"?>
<p:sldLayout xmlns:p="http://schemas.openxmlformats.org/presentationml/2006/main" matchingName="Image Option 5">
  <p:cSld name="CUSTOM_1_1_1_1_2_1_1">
    <p:spTree>
      <p:nvGrpSpPr>
        <p:cNvPr id="1" name=""/>
        <p:cNvGrpSpPr/>
        <p:nvPr/>
      </p:nvGrpSpPr>
      <p:grpSpPr>
        <a:xfrm xmlns:a="http://schemas.openxmlformats.org/drawingml/2006/main"/>
      </p:grpSpPr>
      <p:pic>
        <p:nvPicPr>
          <p:cNvPr id="88" name="Google Shape;79;p13"/>
          <p:cNvPicPr>
            <a:picLocks xmlns:a="http://schemas.openxmlformats.org/drawingml/2006/main" noChangeAspect="1"/>
          </p:cNvPicPr>
          <p:nvPr/>
        </p:nvPicPr>
        <p:blipFill rotWithShape="1">
          <a:blip xmlns:r="http://schemas.openxmlformats.org/officeDocument/2006/relationships" xmlns:a="http://schemas.openxmlformats.org/drawingml/2006/main" r:embed="R21e0c742010f4696">
            <a:alphaModFix/>
          </a:blip>
          <a:srcRect xmlns:a="http://schemas.openxmlformats.org/drawingml/2006/main" l="0" t="0" r="0" b="0"/>
          <a:stretch xmlns:a="http://schemas.openxmlformats.org/drawingml/2006/main"/>
        </p:blipFill>
        <p:spPr>
          <a:xfrm xmlns:a="http://schemas.openxmlformats.org/drawingml/2006/main">
            <a:off x="5753100" y="2123925"/>
            <a:ext cx="3390900" cy="3019800"/>
          </a:xfrm>
          <a:prstGeom xmlns:a="http://schemas.openxmlformats.org/drawingml/2006/main" prst="rect">
            <a:avLst/>
          </a:prstGeom>
          <a:ln xmlns:a="http://schemas.openxmlformats.org/drawingml/2006/main">
            <a:noFill/>
          </a:ln>
        </p:spPr>
      </p:pic>
      <p:sp>
        <p:nvSpPr>
          <p:cNvPr id="80" name="Google Shape;80;p13">
            <a:extLst xmlns:a="http://schemas.openxmlformats.org/drawingml/2006/main">
              <a:ext uri="{FF2B5EF4-FFF2-40B4-BE49-F238E27FC236}">
                <a16:creationId xmlns:a16="http://schemas.microsoft.com/office/drawing/2014/main" id="{AEEF4C07-3D26-4231-B7DE-029CB5F0BF04}"/>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1" name="Google Shape;81;p13">
            <a:extLst xmlns:a="http://schemas.openxmlformats.org/drawingml/2006/main">
              <a:ext uri="{FF2B5EF4-FFF2-40B4-BE49-F238E27FC236}">
                <a16:creationId xmlns:a16="http://schemas.microsoft.com/office/drawing/2014/main" id="{FE724F39-6353-4FDA-AA02-95E9FD4A490C}"/>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82" name="Google Shape;82;p13">
            <a:extLst xmlns:a="http://schemas.openxmlformats.org/drawingml/2006/main">
              <a:ext uri="{FF2B5EF4-FFF2-40B4-BE49-F238E27FC236}">
                <a16:creationId xmlns:a16="http://schemas.microsoft.com/office/drawing/2014/main" id="{EAD944EB-E94B-4132-9BFA-6A9021AB20B2}"/>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92" name="Google Shape;83;p13"/>
          <p:cNvPicPr>
            <a:picLocks xmlns:a="http://schemas.openxmlformats.org/drawingml/2006/main" noChangeAspect="1"/>
          </p:cNvPicPr>
          <p:nvPr/>
        </p:nvPicPr>
        <p:blipFill>
          <a:blip xmlns:r="http://schemas.openxmlformats.org/officeDocument/2006/relationships" xmlns:a="http://schemas.openxmlformats.org/drawingml/2006/main" r:embed="R8f2d84b00be2432b">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84" name="Google Shape;84;p13">
            <a:extLst xmlns:a="http://schemas.openxmlformats.org/drawingml/2006/main">
              <a:ext uri="{FF2B5EF4-FFF2-40B4-BE49-F238E27FC236}">
                <a16:creationId xmlns:a16="http://schemas.microsoft.com/office/drawing/2014/main" id="{A8043661-352F-4626-8EB0-ED25C74A9D11}"/>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5" name="Google Shape;85;p13">
            <a:extLst xmlns:a="http://schemas.openxmlformats.org/drawingml/2006/main">
              <a:ext uri="{FF2B5EF4-FFF2-40B4-BE49-F238E27FC236}">
                <a16:creationId xmlns:a16="http://schemas.microsoft.com/office/drawing/2014/main" id="{6ED00C29-5A0D-4713-807D-2C254CCB6CB8}"/>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1.xml><?xml version="1.0" encoding="utf-8"?>
<p:sldLayout xmlns:p="http://schemas.openxmlformats.org/presentationml/2006/main" matchingName="Image Option 6">
  <p:cSld name="CUSTOM_1_1_1_1_2_1_1_1">
    <p:spTree>
      <p:nvGrpSpPr>
        <p:cNvPr id="1" name=""/>
        <p:cNvGrpSpPr/>
        <p:nvPr/>
      </p:nvGrpSpPr>
      <p:grpSpPr>
        <a:xfrm xmlns:a="http://schemas.openxmlformats.org/drawingml/2006/main"/>
      </p:grpSpPr>
      <p:pic>
        <p:nvPicPr>
          <p:cNvPr id="96" name="Google Shape;87;p14"/>
          <p:cNvPicPr>
            <a:picLocks xmlns:a="http://schemas.openxmlformats.org/drawingml/2006/main" noChangeAspect="1"/>
          </p:cNvPicPr>
          <p:nvPr/>
        </p:nvPicPr>
        <p:blipFill rotWithShape="1">
          <a:blip xmlns:r="http://schemas.openxmlformats.org/officeDocument/2006/relationships" xmlns:a="http://schemas.openxmlformats.org/drawingml/2006/main" r:embed="R36692d54612a45ab">
            <a:alphaModFix/>
          </a:blip>
          <a:srcRect xmlns:a="http://schemas.openxmlformats.org/drawingml/2006/main" l="0" t="0" r="0" b="0"/>
          <a:stretch xmlns:a="http://schemas.openxmlformats.org/drawingml/2006/main"/>
        </p:blipFill>
        <p:spPr>
          <a:xfrm xmlns:a="http://schemas.openxmlformats.org/drawingml/2006/main">
            <a:off x="5753100" y="1743075"/>
            <a:ext cx="3390900" cy="3400500"/>
          </a:xfrm>
          <a:prstGeom xmlns:a="http://schemas.openxmlformats.org/drawingml/2006/main" prst="rect">
            <a:avLst/>
          </a:prstGeom>
          <a:ln xmlns:a="http://schemas.openxmlformats.org/drawingml/2006/main">
            <a:noFill/>
          </a:ln>
        </p:spPr>
      </p:pic>
      <p:sp>
        <p:nvSpPr>
          <p:cNvPr id="88" name="Google Shape;88;p14">
            <a:extLst xmlns:a="http://schemas.openxmlformats.org/drawingml/2006/main">
              <a:ext uri="{FF2B5EF4-FFF2-40B4-BE49-F238E27FC236}">
                <a16:creationId xmlns:a16="http://schemas.microsoft.com/office/drawing/2014/main" id="{FD68991D-8C6F-4E9E-9AA5-A86879CB97AB}"/>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89" name="Google Shape;89;p14">
            <a:extLst xmlns:a="http://schemas.openxmlformats.org/drawingml/2006/main">
              <a:ext uri="{FF2B5EF4-FFF2-40B4-BE49-F238E27FC236}">
                <a16:creationId xmlns:a16="http://schemas.microsoft.com/office/drawing/2014/main" id="{59BEFC06-589F-4080-B9E2-4E79F2933F18}"/>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90" name="Google Shape;90;p14">
            <a:extLst xmlns:a="http://schemas.openxmlformats.org/drawingml/2006/main">
              <a:ext uri="{FF2B5EF4-FFF2-40B4-BE49-F238E27FC236}">
                <a16:creationId xmlns:a16="http://schemas.microsoft.com/office/drawing/2014/main" id="{C07FB9B7-BC8D-40DB-989E-657589969B29}"/>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00" name="Google Shape;91;p14"/>
          <p:cNvPicPr>
            <a:picLocks xmlns:a="http://schemas.openxmlformats.org/drawingml/2006/main" noChangeAspect="1"/>
          </p:cNvPicPr>
          <p:nvPr/>
        </p:nvPicPr>
        <p:blipFill>
          <a:blip xmlns:r="http://schemas.openxmlformats.org/officeDocument/2006/relationships" xmlns:a="http://schemas.openxmlformats.org/drawingml/2006/main" r:embed="Ra8ca7d6dabb94ac8">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92" name="Google Shape;92;p14">
            <a:extLst xmlns:a="http://schemas.openxmlformats.org/drawingml/2006/main">
              <a:ext uri="{FF2B5EF4-FFF2-40B4-BE49-F238E27FC236}">
                <a16:creationId xmlns:a16="http://schemas.microsoft.com/office/drawing/2014/main" id="{C6786C25-3626-4589-8EFD-459AA969DF30}"/>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3" name="Google Shape;93;p14">
            <a:extLst xmlns:a="http://schemas.openxmlformats.org/drawingml/2006/main">
              <a:ext uri="{FF2B5EF4-FFF2-40B4-BE49-F238E27FC236}">
                <a16:creationId xmlns:a16="http://schemas.microsoft.com/office/drawing/2014/main" id="{EEF1FBFF-0BD3-4BD5-8EDF-689F8F304D6F}"/>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2.xml><?xml version="1.0" encoding="utf-8"?>
<p:sldLayout xmlns:p="http://schemas.openxmlformats.org/presentationml/2006/main" matchingName="Image Option 7">
  <p:cSld name="CUSTOM_1_1_1_1_2_1_1_1_1">
    <p:spTree>
      <p:nvGrpSpPr>
        <p:cNvPr id="1" name=""/>
        <p:cNvGrpSpPr/>
        <p:nvPr/>
      </p:nvGrpSpPr>
      <p:grpSpPr>
        <a:xfrm xmlns:a="http://schemas.openxmlformats.org/drawingml/2006/main"/>
      </p:grpSpPr>
      <p:pic>
        <p:nvPicPr>
          <p:cNvPr id="104" name="Google Shape;95;p15"/>
          <p:cNvPicPr>
            <a:picLocks xmlns:a="http://schemas.openxmlformats.org/drawingml/2006/main" noChangeAspect="1"/>
          </p:cNvPicPr>
          <p:nvPr/>
        </p:nvPicPr>
        <p:blipFill rotWithShape="1">
          <a:blip xmlns:r="http://schemas.openxmlformats.org/officeDocument/2006/relationships" xmlns:a="http://schemas.openxmlformats.org/drawingml/2006/main" r:embed="R6305029abdba4975">
            <a:alphaModFix/>
          </a:blip>
          <a:srcRect xmlns:a="http://schemas.openxmlformats.org/drawingml/2006/main" l="0" t="0" r="0" b="0"/>
          <a:stretch xmlns:a="http://schemas.openxmlformats.org/drawingml/2006/main"/>
        </p:blipFill>
        <p:spPr>
          <a:xfrm xmlns:a="http://schemas.openxmlformats.org/drawingml/2006/main">
            <a:off x="5753100" y="2238200"/>
            <a:ext cx="3390900" cy="2905500"/>
          </a:xfrm>
          <a:prstGeom xmlns:a="http://schemas.openxmlformats.org/drawingml/2006/main" prst="rect">
            <a:avLst/>
          </a:prstGeom>
          <a:ln xmlns:a="http://schemas.openxmlformats.org/drawingml/2006/main">
            <a:noFill/>
          </a:ln>
        </p:spPr>
      </p:pic>
      <p:sp>
        <p:nvSpPr>
          <p:cNvPr id="96" name="Google Shape;96;p15">
            <a:extLst xmlns:a="http://schemas.openxmlformats.org/drawingml/2006/main">
              <a:ext uri="{FF2B5EF4-FFF2-40B4-BE49-F238E27FC236}">
                <a16:creationId xmlns:a16="http://schemas.microsoft.com/office/drawing/2014/main" id="{C3AB9A68-1A7B-4052-B878-09061D0832AF}"/>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97" name="Google Shape;97;p15">
            <a:extLst xmlns:a="http://schemas.openxmlformats.org/drawingml/2006/main">
              <a:ext uri="{FF2B5EF4-FFF2-40B4-BE49-F238E27FC236}">
                <a16:creationId xmlns:a16="http://schemas.microsoft.com/office/drawing/2014/main" id="{AF1E211E-14D2-4F96-96E8-3FFEC2B44560}"/>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98" name="Google Shape;98;p15">
            <a:extLst xmlns:a="http://schemas.openxmlformats.org/drawingml/2006/main">
              <a:ext uri="{FF2B5EF4-FFF2-40B4-BE49-F238E27FC236}">
                <a16:creationId xmlns:a16="http://schemas.microsoft.com/office/drawing/2014/main" id="{E2F3BCB0-4114-4A55-B196-AE8C3EF9498D}"/>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08" name="Google Shape;99;p15"/>
          <p:cNvPicPr>
            <a:picLocks xmlns:a="http://schemas.openxmlformats.org/drawingml/2006/main" noChangeAspect="1"/>
          </p:cNvPicPr>
          <p:nvPr/>
        </p:nvPicPr>
        <p:blipFill>
          <a:blip xmlns:r="http://schemas.openxmlformats.org/officeDocument/2006/relationships" xmlns:a="http://schemas.openxmlformats.org/drawingml/2006/main" r:embed="Rc0f26b5a766f4ec0">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00" name="Google Shape;100;p15">
            <a:extLst xmlns:a="http://schemas.openxmlformats.org/drawingml/2006/main">
              <a:ext uri="{FF2B5EF4-FFF2-40B4-BE49-F238E27FC236}">
                <a16:creationId xmlns:a16="http://schemas.microsoft.com/office/drawing/2014/main" id="{30B20684-29AB-4629-8E89-81F96AF78356}"/>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1" name="Google Shape;101;p15">
            <a:extLst xmlns:a="http://schemas.openxmlformats.org/drawingml/2006/main">
              <a:ext uri="{FF2B5EF4-FFF2-40B4-BE49-F238E27FC236}">
                <a16:creationId xmlns:a16="http://schemas.microsoft.com/office/drawing/2014/main" id="{694B62D1-41D8-4C85-B04C-6502ECBECE90}"/>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3.xml><?xml version="1.0" encoding="utf-8"?>
<p:sldLayout xmlns:p="http://schemas.openxmlformats.org/presentationml/2006/main" matchingName="Image Option 8">
  <p:cSld name="CUSTOM_1_1_1_1_2_1_1_1_1_1">
    <p:spTree>
      <p:nvGrpSpPr>
        <p:cNvPr id="1" name=""/>
        <p:cNvGrpSpPr/>
        <p:nvPr/>
      </p:nvGrpSpPr>
      <p:grpSpPr>
        <a:xfrm xmlns:a="http://schemas.openxmlformats.org/drawingml/2006/main"/>
      </p:grpSpPr>
      <p:pic>
        <p:nvPicPr>
          <p:cNvPr id="112" name="Google Shape;103;p16"/>
          <p:cNvPicPr>
            <a:picLocks xmlns:a="http://schemas.openxmlformats.org/drawingml/2006/main" noChangeAspect="1"/>
          </p:cNvPicPr>
          <p:nvPr/>
        </p:nvPicPr>
        <p:blipFill rotWithShape="1">
          <a:blip xmlns:r="http://schemas.openxmlformats.org/officeDocument/2006/relationships" xmlns:a="http://schemas.openxmlformats.org/drawingml/2006/main" r:embed="R617851439a1b425f">
            <a:alphaModFix/>
          </a:blip>
          <a:srcRect xmlns:a="http://schemas.openxmlformats.org/drawingml/2006/main" l="0" t="0" r="0" b="0"/>
          <a:stretch xmlns:a="http://schemas.openxmlformats.org/drawingml/2006/main"/>
        </p:blipFill>
        <p:spPr>
          <a:xfrm xmlns:a="http://schemas.openxmlformats.org/drawingml/2006/main">
            <a:off x="5753100" y="2278200"/>
            <a:ext cx="3390900" cy="2865600"/>
          </a:xfrm>
          <a:prstGeom xmlns:a="http://schemas.openxmlformats.org/drawingml/2006/main" prst="rect">
            <a:avLst/>
          </a:prstGeom>
          <a:ln xmlns:a="http://schemas.openxmlformats.org/drawingml/2006/main">
            <a:noFill/>
          </a:ln>
        </p:spPr>
      </p:pic>
      <p:sp>
        <p:nvSpPr>
          <p:cNvPr id="104" name="Google Shape;104;p16">
            <a:extLst xmlns:a="http://schemas.openxmlformats.org/drawingml/2006/main">
              <a:ext uri="{FF2B5EF4-FFF2-40B4-BE49-F238E27FC236}">
                <a16:creationId xmlns:a16="http://schemas.microsoft.com/office/drawing/2014/main" id="{3DDAD052-BAC8-4F12-8835-AAA6CBC3127E}"/>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5" name="Google Shape;105;p16">
            <a:extLst xmlns:a="http://schemas.openxmlformats.org/drawingml/2006/main">
              <a:ext uri="{FF2B5EF4-FFF2-40B4-BE49-F238E27FC236}">
                <a16:creationId xmlns:a16="http://schemas.microsoft.com/office/drawing/2014/main" id="{A75D4A6C-DF72-4275-99EC-EEFCA3C06BAB}"/>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06" name="Google Shape;106;p16">
            <a:extLst xmlns:a="http://schemas.openxmlformats.org/drawingml/2006/main">
              <a:ext uri="{FF2B5EF4-FFF2-40B4-BE49-F238E27FC236}">
                <a16:creationId xmlns:a16="http://schemas.microsoft.com/office/drawing/2014/main" id="{CD493695-CEF7-4D5E-885D-FC2834584F8A}"/>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16" name="Google Shape;107;p16"/>
          <p:cNvPicPr>
            <a:picLocks xmlns:a="http://schemas.openxmlformats.org/drawingml/2006/main" noChangeAspect="1"/>
          </p:cNvPicPr>
          <p:nvPr/>
        </p:nvPicPr>
        <p:blipFill>
          <a:blip xmlns:r="http://schemas.openxmlformats.org/officeDocument/2006/relationships" xmlns:a="http://schemas.openxmlformats.org/drawingml/2006/main" r:embed="Reb3d0e96106c4f27">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08" name="Google Shape;108;p16">
            <a:extLst xmlns:a="http://schemas.openxmlformats.org/drawingml/2006/main">
              <a:ext uri="{FF2B5EF4-FFF2-40B4-BE49-F238E27FC236}">
                <a16:creationId xmlns:a16="http://schemas.microsoft.com/office/drawing/2014/main" id="{8C5E6835-879D-4B9A-AD9C-432C8A1C5CBB}"/>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09" name="Google Shape;109;p16">
            <a:extLst xmlns:a="http://schemas.openxmlformats.org/drawingml/2006/main">
              <a:ext uri="{FF2B5EF4-FFF2-40B4-BE49-F238E27FC236}">
                <a16:creationId xmlns:a16="http://schemas.microsoft.com/office/drawing/2014/main" id="{4907ACD2-C821-46AA-A07D-A1A8388B3950}"/>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4.xml><?xml version="1.0" encoding="utf-8"?>
<p:sldLayout xmlns:p="http://schemas.openxmlformats.org/presentationml/2006/main" matchingName="Image Option 9">
  <p:cSld name="CUSTOM_1_1_1_1_2_1_1_1_1_1_1">
    <p:spTree>
      <p:nvGrpSpPr>
        <p:cNvPr id="1" name=""/>
        <p:cNvGrpSpPr/>
        <p:nvPr/>
      </p:nvGrpSpPr>
      <p:grpSpPr>
        <a:xfrm xmlns:a="http://schemas.openxmlformats.org/drawingml/2006/main"/>
      </p:grpSpPr>
      <p:pic>
        <p:nvPicPr>
          <p:cNvPr id="120" name="Google Shape;111;p17"/>
          <p:cNvPicPr>
            <a:picLocks xmlns:a="http://schemas.openxmlformats.org/drawingml/2006/main" noChangeAspect="1"/>
          </p:cNvPicPr>
          <p:nvPr/>
        </p:nvPicPr>
        <p:blipFill rotWithShape="1">
          <a:blip xmlns:r="http://schemas.openxmlformats.org/officeDocument/2006/relationships" xmlns:a="http://schemas.openxmlformats.org/drawingml/2006/main" r:embed="Rc761f54210334768">
            <a:alphaModFix/>
          </a:blip>
          <a:srcRect xmlns:a="http://schemas.openxmlformats.org/drawingml/2006/main" l="0" t="0" r="0" b="0"/>
          <a:stretch xmlns:a="http://schemas.openxmlformats.org/drawingml/2006/main"/>
        </p:blipFill>
        <p:spPr>
          <a:xfrm xmlns:a="http://schemas.openxmlformats.org/drawingml/2006/main">
            <a:off x="5753100" y="2341900"/>
            <a:ext cx="3390900" cy="2801700"/>
          </a:xfrm>
          <a:prstGeom xmlns:a="http://schemas.openxmlformats.org/drawingml/2006/main" prst="rect">
            <a:avLst/>
          </a:prstGeom>
          <a:ln xmlns:a="http://schemas.openxmlformats.org/drawingml/2006/main">
            <a:noFill/>
          </a:ln>
        </p:spPr>
      </p:pic>
      <p:sp>
        <p:nvSpPr>
          <p:cNvPr id="112" name="Google Shape;112;p17">
            <a:extLst xmlns:a="http://schemas.openxmlformats.org/drawingml/2006/main">
              <a:ext uri="{FF2B5EF4-FFF2-40B4-BE49-F238E27FC236}">
                <a16:creationId xmlns:a16="http://schemas.microsoft.com/office/drawing/2014/main" id="{F746C8F5-B358-47B3-9BA0-43E1CF1419AF}"/>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3" name="Google Shape;113;p17">
            <a:extLst xmlns:a="http://schemas.openxmlformats.org/drawingml/2006/main">
              <a:ext uri="{FF2B5EF4-FFF2-40B4-BE49-F238E27FC236}">
                <a16:creationId xmlns:a16="http://schemas.microsoft.com/office/drawing/2014/main" id="{0E41198C-5195-48FA-953F-D4EF7E5EDB0F}"/>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14" name="Google Shape;114;p17">
            <a:extLst xmlns:a="http://schemas.openxmlformats.org/drawingml/2006/main">
              <a:ext uri="{FF2B5EF4-FFF2-40B4-BE49-F238E27FC236}">
                <a16:creationId xmlns:a16="http://schemas.microsoft.com/office/drawing/2014/main" id="{45FB3AD8-DA14-4499-BDEE-047007FA5636}"/>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24" name="Google Shape;115;p17"/>
          <p:cNvPicPr>
            <a:picLocks xmlns:a="http://schemas.openxmlformats.org/drawingml/2006/main" noChangeAspect="1"/>
          </p:cNvPicPr>
          <p:nvPr/>
        </p:nvPicPr>
        <p:blipFill>
          <a:blip xmlns:r="http://schemas.openxmlformats.org/officeDocument/2006/relationships" xmlns:a="http://schemas.openxmlformats.org/drawingml/2006/main" r:embed="R3f07dbe7300746b6">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16" name="Google Shape;116;p17">
            <a:extLst xmlns:a="http://schemas.openxmlformats.org/drawingml/2006/main">
              <a:ext uri="{FF2B5EF4-FFF2-40B4-BE49-F238E27FC236}">
                <a16:creationId xmlns:a16="http://schemas.microsoft.com/office/drawing/2014/main" id="{51020393-73EC-4502-8183-8255CFFB6689}"/>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17" name="Google Shape;117;p17">
            <a:extLst xmlns:a="http://schemas.openxmlformats.org/drawingml/2006/main">
              <a:ext uri="{FF2B5EF4-FFF2-40B4-BE49-F238E27FC236}">
                <a16:creationId xmlns:a16="http://schemas.microsoft.com/office/drawing/2014/main" id="{8CB2C714-B23D-43C6-8383-4CDFA11E8892}"/>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5.xml><?xml version="1.0" encoding="utf-8"?>
<p:sldLayout xmlns:p="http://schemas.openxmlformats.org/presentationml/2006/main" matchingName="Image Option 10">
  <p:cSld name="CUSTOM_1_1_1_1_2_1_1_1_1_1_1_1">
    <p:spTree>
      <p:nvGrpSpPr>
        <p:cNvPr id="1" name=""/>
        <p:cNvGrpSpPr/>
        <p:nvPr/>
      </p:nvGrpSpPr>
      <p:grpSpPr>
        <a:xfrm xmlns:a="http://schemas.openxmlformats.org/drawingml/2006/main"/>
      </p:grpSpPr>
      <p:pic>
        <p:nvPicPr>
          <p:cNvPr id="128" name="Google Shape;119;p18"/>
          <p:cNvPicPr>
            <a:picLocks xmlns:a="http://schemas.openxmlformats.org/drawingml/2006/main" noChangeAspect="1"/>
          </p:cNvPicPr>
          <p:nvPr/>
        </p:nvPicPr>
        <p:blipFill rotWithShape="1">
          <a:blip xmlns:r="http://schemas.openxmlformats.org/officeDocument/2006/relationships" xmlns:a="http://schemas.openxmlformats.org/drawingml/2006/main" r:embed="R11e6d3705f654896">
            <a:alphaModFix/>
          </a:blip>
          <a:srcRect xmlns:a="http://schemas.openxmlformats.org/drawingml/2006/main" l="0" t="0" r="0" b="0"/>
          <a:stretch xmlns:a="http://schemas.openxmlformats.org/drawingml/2006/main"/>
        </p:blipFill>
        <p:spPr>
          <a:xfrm xmlns:a="http://schemas.openxmlformats.org/drawingml/2006/main">
            <a:off x="5753100" y="2433025"/>
            <a:ext cx="3390900" cy="2710500"/>
          </a:xfrm>
          <a:prstGeom xmlns:a="http://schemas.openxmlformats.org/drawingml/2006/main" prst="rect">
            <a:avLst/>
          </a:prstGeom>
          <a:ln xmlns:a="http://schemas.openxmlformats.org/drawingml/2006/main">
            <a:noFill/>
          </a:ln>
        </p:spPr>
      </p:pic>
      <p:sp>
        <p:nvSpPr>
          <p:cNvPr id="120" name="Google Shape;120;p18">
            <a:extLst xmlns:a="http://schemas.openxmlformats.org/drawingml/2006/main">
              <a:ext uri="{FF2B5EF4-FFF2-40B4-BE49-F238E27FC236}">
                <a16:creationId xmlns:a16="http://schemas.microsoft.com/office/drawing/2014/main" id="{BE41C21D-AE96-41F0-B506-57CFE740905F}"/>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1" name="Google Shape;121;p18">
            <a:extLst xmlns:a="http://schemas.openxmlformats.org/drawingml/2006/main">
              <a:ext uri="{FF2B5EF4-FFF2-40B4-BE49-F238E27FC236}">
                <a16:creationId xmlns:a16="http://schemas.microsoft.com/office/drawing/2014/main" id="{72C32307-A953-48A2-BB4D-A1ECACA17F51}"/>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22" name="Google Shape;122;p18">
            <a:extLst xmlns:a="http://schemas.openxmlformats.org/drawingml/2006/main">
              <a:ext uri="{FF2B5EF4-FFF2-40B4-BE49-F238E27FC236}">
                <a16:creationId xmlns:a16="http://schemas.microsoft.com/office/drawing/2014/main" id="{CBDDCD67-CBEC-4BF1-AD51-4123100C9E8D}"/>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32" name="Google Shape;123;p18"/>
          <p:cNvPicPr>
            <a:picLocks xmlns:a="http://schemas.openxmlformats.org/drawingml/2006/main" noChangeAspect="1"/>
          </p:cNvPicPr>
          <p:nvPr/>
        </p:nvPicPr>
        <p:blipFill>
          <a:blip xmlns:r="http://schemas.openxmlformats.org/officeDocument/2006/relationships" xmlns:a="http://schemas.openxmlformats.org/drawingml/2006/main" r:embed="Rb428f9b16dbd4d3e">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24" name="Google Shape;124;p18">
            <a:extLst xmlns:a="http://schemas.openxmlformats.org/drawingml/2006/main">
              <a:ext uri="{FF2B5EF4-FFF2-40B4-BE49-F238E27FC236}">
                <a16:creationId xmlns:a16="http://schemas.microsoft.com/office/drawing/2014/main" id="{02C3228C-0EA5-4399-9B3B-ED229217C1C6}"/>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5" name="Google Shape;125;p18">
            <a:extLst xmlns:a="http://schemas.openxmlformats.org/drawingml/2006/main">
              <a:ext uri="{FF2B5EF4-FFF2-40B4-BE49-F238E27FC236}">
                <a16:creationId xmlns:a16="http://schemas.microsoft.com/office/drawing/2014/main" id="{8F8EFED6-51BE-47DE-8037-552AF26FC35B}"/>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6.xml><?xml version="1.0" encoding="utf-8"?>
<p:sldLayout xmlns:p="http://schemas.openxmlformats.org/presentationml/2006/main" matchingName="Image Option 11">
  <p:cSld name="CUSTOM_1_1_1_1_2_1_1_1_1_1_1_1_1">
    <p:spTree>
      <p:nvGrpSpPr>
        <p:cNvPr id="1" name=""/>
        <p:cNvGrpSpPr/>
        <p:nvPr/>
      </p:nvGrpSpPr>
      <p:grpSpPr>
        <a:xfrm xmlns:a="http://schemas.openxmlformats.org/drawingml/2006/main"/>
      </p:grpSpPr>
      <p:pic>
        <p:nvPicPr>
          <p:cNvPr id="136" name="Google Shape;127;p19"/>
          <p:cNvPicPr>
            <a:picLocks xmlns:a="http://schemas.openxmlformats.org/drawingml/2006/main" noChangeAspect="1"/>
          </p:cNvPicPr>
          <p:nvPr/>
        </p:nvPicPr>
        <p:blipFill rotWithShape="1">
          <a:blip xmlns:r="http://schemas.openxmlformats.org/officeDocument/2006/relationships" xmlns:a="http://schemas.openxmlformats.org/drawingml/2006/main" r:embed="R7f82f223ae7849a8">
            <a:alphaModFix/>
          </a:blip>
          <a:srcRect xmlns:a="http://schemas.openxmlformats.org/drawingml/2006/main" l="0" t="0" r="0" b="0"/>
          <a:stretch xmlns:a="http://schemas.openxmlformats.org/drawingml/2006/main"/>
        </p:blipFill>
        <p:spPr>
          <a:xfrm xmlns:a="http://schemas.openxmlformats.org/drawingml/2006/main">
            <a:off x="5753100" y="1807675"/>
            <a:ext cx="3390900" cy="3336000"/>
          </a:xfrm>
          <a:prstGeom xmlns:a="http://schemas.openxmlformats.org/drawingml/2006/main" prst="rect">
            <a:avLst/>
          </a:prstGeom>
          <a:ln xmlns:a="http://schemas.openxmlformats.org/drawingml/2006/main">
            <a:noFill/>
          </a:ln>
        </p:spPr>
      </p:pic>
      <p:sp>
        <p:nvSpPr>
          <p:cNvPr id="128" name="Google Shape;128;p19">
            <a:extLst xmlns:a="http://schemas.openxmlformats.org/drawingml/2006/main">
              <a:ext uri="{FF2B5EF4-FFF2-40B4-BE49-F238E27FC236}">
                <a16:creationId xmlns:a16="http://schemas.microsoft.com/office/drawing/2014/main" id="{92BAF05E-DCB2-4634-8E25-1BE6B4143216}"/>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29" name="Google Shape;129;p19">
            <a:extLst xmlns:a="http://schemas.openxmlformats.org/drawingml/2006/main">
              <a:ext uri="{FF2B5EF4-FFF2-40B4-BE49-F238E27FC236}">
                <a16:creationId xmlns:a16="http://schemas.microsoft.com/office/drawing/2014/main" id="{252D1301-D290-408A-992D-F30580BE3C69}"/>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30" name="Google Shape;130;p19">
            <a:extLst xmlns:a="http://schemas.openxmlformats.org/drawingml/2006/main">
              <a:ext uri="{FF2B5EF4-FFF2-40B4-BE49-F238E27FC236}">
                <a16:creationId xmlns:a16="http://schemas.microsoft.com/office/drawing/2014/main" id="{399F9B25-B6D7-4B0C-8CAE-3C3CE40F444E}"/>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40" name="Google Shape;131;p19"/>
          <p:cNvPicPr>
            <a:picLocks xmlns:a="http://schemas.openxmlformats.org/drawingml/2006/main" noChangeAspect="1"/>
          </p:cNvPicPr>
          <p:nvPr/>
        </p:nvPicPr>
        <p:blipFill>
          <a:blip xmlns:r="http://schemas.openxmlformats.org/officeDocument/2006/relationships" xmlns:a="http://schemas.openxmlformats.org/drawingml/2006/main" r:embed="R9886f6635ff544a4">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32" name="Google Shape;132;p19">
            <a:extLst xmlns:a="http://schemas.openxmlformats.org/drawingml/2006/main">
              <a:ext uri="{FF2B5EF4-FFF2-40B4-BE49-F238E27FC236}">
                <a16:creationId xmlns:a16="http://schemas.microsoft.com/office/drawing/2014/main" id="{DB5E359E-C191-4641-BB6B-2277754C45BA}"/>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33" name="Google Shape;133;p19">
            <a:extLst xmlns:a="http://schemas.openxmlformats.org/drawingml/2006/main">
              <a:ext uri="{FF2B5EF4-FFF2-40B4-BE49-F238E27FC236}">
                <a16:creationId xmlns:a16="http://schemas.microsoft.com/office/drawing/2014/main" id="{39916934-A25B-49B9-A776-88A4EADF574D}"/>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7.xml><?xml version="1.0" encoding="utf-8"?>
<p:sldLayout xmlns:p="http://schemas.openxmlformats.org/presentationml/2006/main" matchingName="Image Option 12">
  <p:cSld name="CUSTOM_1_1_1_1_2_1_1_1_1_1_1_1_1_1">
    <p:spTree>
      <p:nvGrpSpPr>
        <p:cNvPr id="1" name=""/>
        <p:cNvGrpSpPr/>
        <p:nvPr/>
      </p:nvGrpSpPr>
      <p:grpSpPr>
        <a:xfrm xmlns:a="http://schemas.openxmlformats.org/drawingml/2006/main"/>
      </p:grpSpPr>
      <p:pic>
        <p:nvPicPr>
          <p:cNvPr id="144" name="Google Shape;135;p20"/>
          <p:cNvPicPr>
            <a:picLocks xmlns:a="http://schemas.openxmlformats.org/drawingml/2006/main" noChangeAspect="1"/>
          </p:cNvPicPr>
          <p:nvPr/>
        </p:nvPicPr>
        <p:blipFill rotWithShape="1">
          <a:blip xmlns:r="http://schemas.openxmlformats.org/officeDocument/2006/relationships" xmlns:a="http://schemas.openxmlformats.org/drawingml/2006/main" r:embed="Ra41d734cc8d44062">
            <a:alphaModFix/>
          </a:blip>
          <a:srcRect xmlns:a="http://schemas.openxmlformats.org/drawingml/2006/main" l="0" t="0" r="0" b="0"/>
          <a:stretch xmlns:a="http://schemas.openxmlformats.org/drawingml/2006/main"/>
        </p:blipFill>
        <p:spPr>
          <a:xfrm xmlns:a="http://schemas.openxmlformats.org/drawingml/2006/main">
            <a:off x="5753100" y="1911750"/>
            <a:ext cx="3390900" cy="3231900"/>
          </a:xfrm>
          <a:prstGeom xmlns:a="http://schemas.openxmlformats.org/drawingml/2006/main" prst="rect">
            <a:avLst/>
          </a:prstGeom>
          <a:ln xmlns:a="http://schemas.openxmlformats.org/drawingml/2006/main">
            <a:noFill/>
          </a:ln>
        </p:spPr>
      </p:pic>
      <p:sp>
        <p:nvSpPr>
          <p:cNvPr id="136" name="Google Shape;136;p20">
            <a:extLst xmlns:a="http://schemas.openxmlformats.org/drawingml/2006/main">
              <a:ext uri="{FF2B5EF4-FFF2-40B4-BE49-F238E27FC236}">
                <a16:creationId xmlns:a16="http://schemas.microsoft.com/office/drawing/2014/main" id="{91D25C14-F715-4521-A3F4-31F08CA23E3B}"/>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37" name="Google Shape;137;p20">
            <a:extLst xmlns:a="http://schemas.openxmlformats.org/drawingml/2006/main">
              <a:ext uri="{FF2B5EF4-FFF2-40B4-BE49-F238E27FC236}">
                <a16:creationId xmlns:a16="http://schemas.microsoft.com/office/drawing/2014/main" id="{2E7FD8DE-96C9-450D-B8D4-5442BED5074F}"/>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38" name="Google Shape;138;p20">
            <a:extLst xmlns:a="http://schemas.openxmlformats.org/drawingml/2006/main">
              <a:ext uri="{FF2B5EF4-FFF2-40B4-BE49-F238E27FC236}">
                <a16:creationId xmlns:a16="http://schemas.microsoft.com/office/drawing/2014/main" id="{3983127D-4F34-46FA-B15E-5687F15E13F6}"/>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48" name="Google Shape;139;p20"/>
          <p:cNvPicPr>
            <a:picLocks xmlns:a="http://schemas.openxmlformats.org/drawingml/2006/main" noChangeAspect="1"/>
          </p:cNvPicPr>
          <p:nvPr/>
        </p:nvPicPr>
        <p:blipFill>
          <a:blip xmlns:r="http://schemas.openxmlformats.org/officeDocument/2006/relationships" xmlns:a="http://schemas.openxmlformats.org/drawingml/2006/main" r:embed="R10bec393890548ae">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40" name="Google Shape;140;p20">
            <a:extLst xmlns:a="http://schemas.openxmlformats.org/drawingml/2006/main">
              <a:ext uri="{FF2B5EF4-FFF2-40B4-BE49-F238E27FC236}">
                <a16:creationId xmlns:a16="http://schemas.microsoft.com/office/drawing/2014/main" id="{BC352528-8E83-46A3-B98F-227A1C89E543}"/>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1" name="Google Shape;141;p20">
            <a:extLst xmlns:a="http://schemas.openxmlformats.org/drawingml/2006/main">
              <a:ext uri="{FF2B5EF4-FFF2-40B4-BE49-F238E27FC236}">
                <a16:creationId xmlns:a16="http://schemas.microsoft.com/office/drawing/2014/main" id="{85846D94-0354-40B0-A1C6-BA388D9D21E2}"/>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8.xml><?xml version="1.0" encoding="utf-8"?>
<p:sldLayout xmlns:p="http://schemas.openxmlformats.org/presentationml/2006/main" matchingName="Image Option 13">
  <p:cSld name="CUSTOM_1_1_1_1_2_1_1_1_1_1_1_1_1_1_1">
    <p:spTree>
      <p:nvGrpSpPr>
        <p:cNvPr id="1" name=""/>
        <p:cNvGrpSpPr/>
        <p:nvPr/>
      </p:nvGrpSpPr>
      <p:grpSpPr>
        <a:xfrm xmlns:a="http://schemas.openxmlformats.org/drawingml/2006/main"/>
      </p:grpSpPr>
      <p:pic>
        <p:nvPicPr>
          <p:cNvPr id="152" name="Google Shape;143;p21"/>
          <p:cNvPicPr>
            <a:picLocks xmlns:a="http://schemas.openxmlformats.org/drawingml/2006/main" noChangeAspect="1"/>
          </p:cNvPicPr>
          <p:nvPr/>
        </p:nvPicPr>
        <p:blipFill rotWithShape="1">
          <a:blip xmlns:r="http://schemas.openxmlformats.org/officeDocument/2006/relationships" xmlns:a="http://schemas.openxmlformats.org/drawingml/2006/main" r:embed="R43f43861a0ad4eff">
            <a:alphaModFix/>
          </a:blip>
          <a:srcRect xmlns:a="http://schemas.openxmlformats.org/drawingml/2006/main" l="0" t="0" r="0" b="0"/>
          <a:stretch xmlns:a="http://schemas.openxmlformats.org/drawingml/2006/main"/>
        </p:blipFill>
        <p:spPr>
          <a:xfrm xmlns:a="http://schemas.openxmlformats.org/drawingml/2006/main">
            <a:off x="5753100" y="2469075"/>
            <a:ext cx="3390900" cy="2674500"/>
          </a:xfrm>
          <a:prstGeom xmlns:a="http://schemas.openxmlformats.org/drawingml/2006/main" prst="rect">
            <a:avLst/>
          </a:prstGeom>
          <a:ln xmlns:a="http://schemas.openxmlformats.org/drawingml/2006/main">
            <a:noFill/>
          </a:ln>
        </p:spPr>
      </p:pic>
      <p:sp>
        <p:nvSpPr>
          <p:cNvPr id="144" name="Google Shape;144;p21">
            <a:extLst xmlns:a="http://schemas.openxmlformats.org/drawingml/2006/main">
              <a:ext uri="{FF2B5EF4-FFF2-40B4-BE49-F238E27FC236}">
                <a16:creationId xmlns:a16="http://schemas.microsoft.com/office/drawing/2014/main" id="{8240AB59-3A77-4612-92FD-4C80B6364467}"/>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5" name="Google Shape;145;p21">
            <a:extLst xmlns:a="http://schemas.openxmlformats.org/drawingml/2006/main">
              <a:ext uri="{FF2B5EF4-FFF2-40B4-BE49-F238E27FC236}">
                <a16:creationId xmlns:a16="http://schemas.microsoft.com/office/drawing/2014/main" id="{8F55721E-2015-466D-9200-3CFDBA29D695}"/>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46" name="Google Shape;146;p21">
            <a:extLst xmlns:a="http://schemas.openxmlformats.org/drawingml/2006/main">
              <a:ext uri="{FF2B5EF4-FFF2-40B4-BE49-F238E27FC236}">
                <a16:creationId xmlns:a16="http://schemas.microsoft.com/office/drawing/2014/main" id="{DD8576D2-6E54-4D83-B780-C17FF53B65C6}"/>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56" name="Google Shape;147;p21"/>
          <p:cNvPicPr>
            <a:picLocks xmlns:a="http://schemas.openxmlformats.org/drawingml/2006/main" noChangeAspect="1"/>
          </p:cNvPicPr>
          <p:nvPr/>
        </p:nvPicPr>
        <p:blipFill>
          <a:blip xmlns:r="http://schemas.openxmlformats.org/officeDocument/2006/relationships" xmlns:a="http://schemas.openxmlformats.org/drawingml/2006/main" r:embed="Ra52aecd332304384">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48" name="Google Shape;148;p21">
            <a:extLst xmlns:a="http://schemas.openxmlformats.org/drawingml/2006/main">
              <a:ext uri="{FF2B5EF4-FFF2-40B4-BE49-F238E27FC236}">
                <a16:creationId xmlns:a16="http://schemas.microsoft.com/office/drawing/2014/main" id="{E5D0A03B-CE6F-44C6-ADD3-B3676EB04BB5}"/>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49" name="Google Shape;149;p21">
            <a:extLst xmlns:a="http://schemas.openxmlformats.org/drawingml/2006/main">
              <a:ext uri="{FF2B5EF4-FFF2-40B4-BE49-F238E27FC236}">
                <a16:creationId xmlns:a16="http://schemas.microsoft.com/office/drawing/2014/main" id="{E38114C2-18A4-4BA9-96DD-40B3C50331D9}"/>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19.xml><?xml version="1.0" encoding="utf-8"?>
<p:sldLayout xmlns:p="http://schemas.openxmlformats.org/presentationml/2006/main" matchingName="Image Option 14">
  <p:cSld name="CUSTOM_1_1_1_1_2_1_1_1_1_1_1_1_1_1_1_1">
    <p:spTree>
      <p:nvGrpSpPr>
        <p:cNvPr id="1" name=""/>
        <p:cNvGrpSpPr/>
        <p:nvPr/>
      </p:nvGrpSpPr>
      <p:grpSpPr>
        <a:xfrm xmlns:a="http://schemas.openxmlformats.org/drawingml/2006/main"/>
      </p:grpSpPr>
      <p:pic>
        <p:nvPicPr>
          <p:cNvPr id="160" name="Google Shape;151;p22"/>
          <p:cNvPicPr>
            <a:picLocks xmlns:a="http://schemas.openxmlformats.org/drawingml/2006/main" noChangeAspect="1"/>
          </p:cNvPicPr>
          <p:nvPr/>
        </p:nvPicPr>
        <p:blipFill rotWithShape="1">
          <a:blip xmlns:r="http://schemas.openxmlformats.org/officeDocument/2006/relationships" xmlns:a="http://schemas.openxmlformats.org/drawingml/2006/main" r:embed="Reb4f24cecf71446a">
            <a:alphaModFix/>
          </a:blip>
          <a:srcRect xmlns:a="http://schemas.openxmlformats.org/drawingml/2006/main" l="0" t="0" r="0" b="0"/>
          <a:stretch xmlns:a="http://schemas.openxmlformats.org/drawingml/2006/main"/>
        </p:blipFill>
        <p:spPr>
          <a:xfrm xmlns:a="http://schemas.openxmlformats.org/drawingml/2006/main">
            <a:off x="5753100" y="2428625"/>
            <a:ext cx="3390900" cy="2715000"/>
          </a:xfrm>
          <a:prstGeom xmlns:a="http://schemas.openxmlformats.org/drawingml/2006/main" prst="rect">
            <a:avLst/>
          </a:prstGeom>
          <a:ln xmlns:a="http://schemas.openxmlformats.org/drawingml/2006/main">
            <a:noFill/>
          </a:ln>
        </p:spPr>
      </p:pic>
      <p:sp>
        <p:nvSpPr>
          <p:cNvPr id="152" name="Google Shape;152;p22">
            <a:extLst xmlns:a="http://schemas.openxmlformats.org/drawingml/2006/main">
              <a:ext uri="{FF2B5EF4-FFF2-40B4-BE49-F238E27FC236}">
                <a16:creationId xmlns:a16="http://schemas.microsoft.com/office/drawing/2014/main" id="{A23CCA93-C483-4590-9ADB-C4336417ACC4}"/>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3" name="Google Shape;153;p22">
            <a:extLst xmlns:a="http://schemas.openxmlformats.org/drawingml/2006/main">
              <a:ext uri="{FF2B5EF4-FFF2-40B4-BE49-F238E27FC236}">
                <a16:creationId xmlns:a16="http://schemas.microsoft.com/office/drawing/2014/main" id="{93CD39CD-0812-4E4A-A8A7-54E2FD9609C7}"/>
              </a:ext>
            </a:extLst>
          </p:cNvPr>
          <p:cNvSpPr>
            <a:spLocks xmlns:a="http://schemas.openxmlformats.org/drawingml/2006/main" noGrp="1"/>
          </p:cNvSpPr>
          <p:nvPr>
            <p:ph type="body" idx="1"/>
          </p:nvPr>
        </p:nvSpPr>
        <p:spPr>
          <a:xfrm xmlns:a="http://schemas.openxmlformats.org/drawingml/2006/main">
            <a:off x="506875" y="4800600"/>
            <a:ext cx="49986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54" name="Google Shape;154;p22">
            <a:extLst xmlns:a="http://schemas.openxmlformats.org/drawingml/2006/main">
              <a:ext uri="{FF2B5EF4-FFF2-40B4-BE49-F238E27FC236}">
                <a16:creationId xmlns:a16="http://schemas.microsoft.com/office/drawing/2014/main" id="{FC47FEF7-C494-44E4-989C-25F157946128}"/>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64" name="Google Shape;155;p22"/>
          <p:cNvPicPr>
            <a:picLocks xmlns:a="http://schemas.openxmlformats.org/drawingml/2006/main" noChangeAspect="1"/>
          </p:cNvPicPr>
          <p:nvPr/>
        </p:nvPicPr>
        <p:blipFill>
          <a:blip xmlns:r="http://schemas.openxmlformats.org/officeDocument/2006/relationships" xmlns:a="http://schemas.openxmlformats.org/drawingml/2006/main" r:embed="R6c2fe313e09b4d74">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56" name="Google Shape;156;p22">
            <a:extLst xmlns:a="http://schemas.openxmlformats.org/drawingml/2006/main">
              <a:ext uri="{FF2B5EF4-FFF2-40B4-BE49-F238E27FC236}">
                <a16:creationId xmlns:a16="http://schemas.microsoft.com/office/drawing/2014/main" id="{86DFBE6A-8AF0-4A57-8DA4-A1308EBFF3BB}"/>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57" name="Google Shape;157;p22">
            <a:extLst xmlns:a="http://schemas.openxmlformats.org/drawingml/2006/main">
              <a:ext uri="{FF2B5EF4-FFF2-40B4-BE49-F238E27FC236}">
                <a16:creationId xmlns:a16="http://schemas.microsoft.com/office/drawing/2014/main" id="{D78D0284-9CC1-4827-829D-F243E0CE5AE5}"/>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20.xml><?xml version="1.0" encoding="utf-8"?>
<p:sldLayout xmlns:p="http://schemas.openxmlformats.org/presentationml/2006/main" matchingName="Image Option 2_Placeholder">
  <p:cSld name="CUSTOM_1_1_1_1_1">
    <p:spTree>
      <p:nvGrpSpPr>
        <p:cNvPr id="1" name=""/>
        <p:cNvGrpSpPr/>
        <p:nvPr/>
      </p:nvGrpSpPr>
      <p:grpSpPr>
        <a:xfrm xmlns:a="http://schemas.openxmlformats.org/drawingml/2006/main"/>
      </p:grpSpPr>
      <p:sp>
        <p:nvSpPr>
          <p:cNvPr id="159" name="Google Shape;159;p23">
            <a:extLst xmlns:a="http://schemas.openxmlformats.org/drawingml/2006/main">
              <a:ext uri="{FF2B5EF4-FFF2-40B4-BE49-F238E27FC236}">
                <a16:creationId xmlns:a16="http://schemas.microsoft.com/office/drawing/2014/main" id="{BC0A77D8-B52B-46A8-8A61-9A2516951319}"/>
              </a:ext>
            </a:extLst>
          </p:cNvPr>
          <p:cNvSpPr>
            <a:spLocks xmlns:a="http://schemas.openxmlformats.org/drawingml/2006/main" noGrp="1"/>
          </p:cNvSpPr>
          <p:nvPr/>
        </p:nvSpPr>
        <p:spPr>
          <a:xfrm xmlns:a="http://schemas.openxmlformats.org/drawingml/2006/main">
            <a:off x="5898025" y="2544550"/>
            <a:ext cx="3246000" cy="2598900"/>
          </a:xfrm>
          <a:prstGeom xmlns:a="http://schemas.openxmlformats.org/drawingml/2006/main" prst="rect">
            <a:avLst/>
          </a:prstGeom>
          <a:solidFill xmlns:a="http://schemas.openxmlformats.org/drawingml/2006/main">
            <a:srgbClr val="F3F3F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sz="1200">
                <a:solidFill>
                  <a:schemeClr val="lt2"/>
                </a:solidFill>
              </a:rPr>
              <a:t>Image Placeholder</a:t>
            </a:r>
            <a:endParaRPr sz="1200">
              <a:solidFill>
                <a:schemeClr val="lt2"/>
              </a:solidFill>
            </a:endParaRPr>
          </a:p>
        </p:txBody>
      </p:sp>
      <p:sp>
        <p:nvSpPr>
          <p:cNvPr id="160" name="Google Shape;160;p23">
            <a:extLst xmlns:a="http://schemas.openxmlformats.org/drawingml/2006/main">
              <a:ext uri="{FF2B5EF4-FFF2-40B4-BE49-F238E27FC236}">
                <a16:creationId xmlns:a16="http://schemas.microsoft.com/office/drawing/2014/main" id="{4E16ED86-3886-4D57-85C7-B818656C2058}"/>
              </a:ext>
            </a:extLst>
          </p:cNvPr>
          <p:cNvSpPr>
            <a:spLocks xmlns:a="http://schemas.openxmlformats.org/drawingml/2006/main" noGrp="1"/>
          </p:cNvSpPr>
          <p:nvPr/>
        </p:nvSpPr>
        <p:spPr>
          <a:xfrm xmlns:a="http://schemas.openxmlformats.org/drawingml/2006/main">
            <a:off x="0" y="0"/>
            <a:ext cx="9144054" cy="5143502"/>
          </a:xfrm>
          <a:custGeom xmlns:a="http://schemas.openxmlformats.org/drawingml/2006/main">
            <a:rect l="l" t="t" r="r" b="b"/>
            <a:pathLst>
              <a:path w="285774" h="160747">
                <a:moveTo>
                  <a:pt x="0" y="0"/>
                </a:moveTo>
                <a:lnTo>
                  <a:pt x="0" y="160747"/>
                </a:lnTo>
                <a:lnTo>
                  <a:pt x="190325" y="160747"/>
                </a:lnTo>
                <a:cubicBezTo>
                  <a:pt x="186658" y="153174"/>
                  <a:pt x="184777" y="144863"/>
                  <a:pt x="184800" y="136456"/>
                </a:cubicBezTo>
                <a:cubicBezTo>
                  <a:pt x="184800" y="105521"/>
                  <a:pt x="209877" y="80445"/>
                  <a:pt x="240836" y="80445"/>
                </a:cubicBezTo>
                <a:cubicBezTo>
                  <a:pt x="258554" y="80445"/>
                  <a:pt x="275224" y="88828"/>
                  <a:pt x="285774" y="103045"/>
                </a:cubicBezTo>
                <a:lnTo>
                  <a:pt x="285774" y="0"/>
                </a:ln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61" name="Google Shape;161;p23">
            <a:extLst xmlns:a="http://schemas.openxmlformats.org/drawingml/2006/main">
              <a:ext uri="{FF2B5EF4-FFF2-40B4-BE49-F238E27FC236}">
                <a16:creationId xmlns:a16="http://schemas.microsoft.com/office/drawing/2014/main" id="{C018379C-CAF3-42A3-A3B5-02D1D84D3EF2}"/>
              </a:ext>
            </a:extLst>
          </p:cNvPr>
          <p:cNvSpPr>
            <a:spLocks xmlns:a="http://schemas.openxmlformats.org/drawingml/2006/main" noGrp="1"/>
          </p:cNvSpPr>
          <p:nvPr>
            <p:ph type="body" idx="1"/>
          </p:nvPr>
        </p:nvSpPr>
        <p:spPr>
          <a:xfrm xmlns:a="http://schemas.openxmlformats.org/drawingml/2006/main">
            <a:off x="506875" y="4800600"/>
            <a:ext cx="4998600" cy="3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sp>
        <p:nvSpPr>
          <p:cNvPr id="162" name="Google Shape;162;p23">
            <a:extLst xmlns:a="http://schemas.openxmlformats.org/drawingml/2006/main">
              <a:ext uri="{FF2B5EF4-FFF2-40B4-BE49-F238E27FC236}">
                <a16:creationId xmlns:a16="http://schemas.microsoft.com/office/drawing/2014/main" id="{4469D035-367C-4A21-9F6E-1B4064CF4D83}"/>
              </a:ext>
            </a:extLst>
          </p:cNvPr>
          <p:cNvSpPr>
            <a:spLocks xmlns:a="http://schemas.openxmlformats.org/drawingml/2006/main" noGrp="1"/>
          </p:cNvSpPr>
          <p:nvPr>
            <p:ph type="body" idx="2"/>
          </p:nvPr>
        </p:nvSpPr>
        <p:spPr>
          <a:xfrm xmlns:a="http://schemas.openxmlformats.org/drawingml/2006/main">
            <a:off x="50687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182875"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pic>
        <p:nvPicPr>
          <p:cNvPr id="171" name="Google Shape;163;p23"/>
          <p:cNvPicPr>
            <a:picLocks xmlns:a="http://schemas.openxmlformats.org/drawingml/2006/main" noChangeAspect="1"/>
          </p:cNvPicPr>
          <p:nvPr/>
        </p:nvPicPr>
        <p:blipFill>
          <a:blip xmlns:r="http://schemas.openxmlformats.org/officeDocument/2006/relationships" xmlns:a="http://schemas.openxmlformats.org/drawingml/2006/main" r:embed="R877dcb7f13ea4dfb">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64" name="Google Shape;164;p23">
            <a:extLst xmlns:a="http://schemas.openxmlformats.org/drawingml/2006/main">
              <a:ext uri="{FF2B5EF4-FFF2-40B4-BE49-F238E27FC236}">
                <a16:creationId xmlns:a16="http://schemas.microsoft.com/office/drawing/2014/main" id="{280AEA0B-EFBE-4807-828D-0570801DC5C6}"/>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65" name="Google Shape;165;p23">
            <a:extLst xmlns:a="http://schemas.openxmlformats.org/drawingml/2006/main">
              <a:ext uri="{FF2B5EF4-FFF2-40B4-BE49-F238E27FC236}">
                <a16:creationId xmlns:a16="http://schemas.microsoft.com/office/drawing/2014/main" id="{AAD763A6-56B0-448F-BD60-B22DA12379E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Tree>
  </p:cSld>
</p:sldLayout>
</file>

<file path=ppt/slideLayouts/slideLayout21.xml><?xml version="1.0" encoding="utf-8"?>
<p:sldLayout xmlns:p="http://schemas.openxmlformats.org/presentationml/2006/main" matchingName="Logo Option 1">
  <p:cSld name="CUSTOM_1_1_1_1_1_1">
    <p:spTree>
      <p:nvGrpSpPr>
        <p:cNvPr id="1" name=""/>
        <p:cNvGrpSpPr/>
        <p:nvPr/>
      </p:nvGrpSpPr>
      <p:grpSpPr>
        <a:xfrm xmlns:a="http://schemas.openxmlformats.org/drawingml/2006/main"/>
      </p:grpSpPr>
      <p:sp>
        <p:nvSpPr>
          <p:cNvPr id="167" name="Google Shape;167;p24">
            <a:extLst xmlns:a="http://schemas.openxmlformats.org/drawingml/2006/main">
              <a:ext uri="{FF2B5EF4-FFF2-40B4-BE49-F238E27FC236}">
                <a16:creationId xmlns:a16="http://schemas.microsoft.com/office/drawing/2014/main" id="{DCA4FA70-4869-49BF-B517-CFEAE73AA278}"/>
              </a:ext>
            </a:extLst>
          </p:cNvPr>
          <p:cNvSpPr>
            <a:spLocks xmlns:a="http://schemas.openxmlformats.org/drawingml/2006/main" noGrp="1"/>
          </p:cNvSpPr>
          <p:nvPr>
            <p:ph type="body" idx="1"/>
          </p:nvPr>
        </p:nvSpPr>
        <p:spPr>
          <a:xfrm xmlns:a="http://schemas.openxmlformats.org/drawingml/2006/main">
            <a:off x="4615525" y="1878975"/>
            <a:ext cx="4021500" cy="292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0" rIns="0" bIns="0" anchor="t">
            <a:noAutofit/>
          </a:bodyPr>
          <a:lstStyle xmlns:a="http://schemas.openxmlformats.org/drawingml/2006/main">
            <a:lvl1pPr marL="457200" indent="-317500">
              <a:lnSpc>
                <a:spcPct val="115000"/>
              </a:lnSpc>
              <a:spcBef>
                <a:spcPts val="0"/>
              </a:spcBef>
              <a:spcAft>
                <a:spcPts val="0"/>
              </a:spcAft>
              <a:buClr>
                <a:schemeClr val="dk2"/>
              </a:buClr>
              <a:buSzPts val="1400"/>
              <a:buChar char="●"/>
              <a:defRPr/>
            </a:lvl1pPr>
            <a:lvl2pPr marL="914400" indent="-317500">
              <a:lnSpc>
                <a:spcPct val="115000"/>
              </a:lnSpc>
              <a:spcBef>
                <a:spcPts val="1000"/>
              </a:spcBef>
              <a:spcAft>
                <a:spcPts val="0"/>
              </a:spcAft>
              <a:buClr>
                <a:schemeClr val="dk2"/>
              </a:buClr>
              <a:buSzPts val="1400"/>
              <a:buChar char="○"/>
              <a:defRPr/>
            </a:lvl2pPr>
            <a:lvl3pPr marL="1371600" indent="-317500">
              <a:lnSpc>
                <a:spcPct val="115000"/>
              </a:lnSpc>
              <a:spcBef>
                <a:spcPts val="1000"/>
              </a:spcBef>
              <a:spcAft>
                <a:spcPts val="0"/>
              </a:spcAft>
              <a:buClr>
                <a:schemeClr val="dk2"/>
              </a:buClr>
              <a:buSzPts val="1400"/>
              <a:buChar char="■"/>
              <a:defRPr/>
            </a:lvl3pPr>
            <a:lvl4pPr marL="1828800" indent="-317500">
              <a:lnSpc>
                <a:spcPct val="115000"/>
              </a:lnSpc>
              <a:spcBef>
                <a:spcPts val="1000"/>
              </a:spcBef>
              <a:spcAft>
                <a:spcPts val="0"/>
              </a:spcAft>
              <a:buClr>
                <a:schemeClr val="dk2"/>
              </a:buClr>
              <a:buSzPts val="1400"/>
              <a:buChar char="●"/>
              <a:defRPr/>
            </a:lvl4pPr>
            <a:lvl5pPr marL="2286000" indent="-317500">
              <a:lnSpc>
                <a:spcPct val="115000"/>
              </a:lnSpc>
              <a:spcBef>
                <a:spcPts val="1000"/>
              </a:spcBef>
              <a:spcAft>
                <a:spcPts val="0"/>
              </a:spcAft>
              <a:buClr>
                <a:schemeClr val="dk2"/>
              </a:buClr>
              <a:buSzPts val="1400"/>
              <a:buChar char="○"/>
              <a:defRPr/>
            </a:lvl5pPr>
            <a:lvl6pPr marL="2743200" indent="-317500">
              <a:lnSpc>
                <a:spcPct val="115000"/>
              </a:lnSpc>
              <a:spcBef>
                <a:spcPts val="1000"/>
              </a:spcBef>
              <a:spcAft>
                <a:spcPts val="0"/>
              </a:spcAft>
              <a:buClr>
                <a:schemeClr val="dk2"/>
              </a:buClr>
              <a:buSzPts val="1400"/>
              <a:buChar char="■"/>
              <a:defRPr/>
            </a:lvl6pPr>
            <a:lvl7pPr marL="3200400" indent="-317500">
              <a:lnSpc>
                <a:spcPct val="115000"/>
              </a:lnSpc>
              <a:spcBef>
                <a:spcPts val="1000"/>
              </a:spcBef>
              <a:spcAft>
                <a:spcPts val="0"/>
              </a:spcAft>
              <a:buClr>
                <a:schemeClr val="dk2"/>
              </a:buClr>
              <a:buSzPts val="1400"/>
              <a:buChar char="●"/>
              <a:defRPr/>
            </a:lvl7pPr>
            <a:lvl8pPr marL="3657600" indent="-317500">
              <a:lnSpc>
                <a:spcPct val="115000"/>
              </a:lnSpc>
              <a:spcBef>
                <a:spcPts val="1000"/>
              </a:spcBef>
              <a:spcAft>
                <a:spcPts val="0"/>
              </a:spcAft>
              <a:buClr>
                <a:schemeClr val="dk2"/>
              </a:buClr>
              <a:buSzPts val="1400"/>
              <a:buChar char="○"/>
              <a:defRPr/>
            </a:lvl8pPr>
            <a:lvl9pPr marL="4114800" indent="-317500">
              <a:lnSpc>
                <a:spcPct val="115000"/>
              </a:lnSpc>
              <a:spcBef>
                <a:spcPts val="1000"/>
              </a:spcBef>
              <a:spcAft>
                <a:spcPts val="1000"/>
              </a:spcAft>
              <a:buClr>
                <a:schemeClr val="dk2"/>
              </a:buClr>
              <a:buSzPts val="1400"/>
              <a:buChar char="■"/>
              <a:defRPr/>
            </a:lvl9pPr>
          </a:lstStyle>
          <a:p xmlns:a="http://schemas.openxmlformats.org/drawingml/2006/main">
            <a:endParaRPr/>
          </a:p>
        </p:txBody>
      </p:sp>
      <p:cxnSp>
        <p:nvCxnSpPr>
          <p:cNvPr id="176" name="Google Shape;168;p24"/>
          <p:cNvCxnSpPr/>
          <p:nvPr/>
        </p:nvCxnSpPr>
        <p:spPr>
          <a:xfrm xmlns:a="http://schemas.openxmlformats.org/drawingml/2006/main">
            <a:off x="4528475" y="1884100"/>
            <a:ext cx="0" cy="2918400"/>
          </a:xfrm>
          <a:prstGeom xmlns:a="http://schemas.openxmlformats.org/drawingml/2006/main" prst="straightConnector1">
            <a:avLst/>
          </a:prstGeom>
          <a:ln xmlns:a="http://schemas.openxmlformats.org/drawingml/2006/main" w="9525" cap="flat">
            <a:solidFill>
              <a:schemeClr val="dk2"/>
            </a:solidFill>
            <a:prstDash val="solid"/>
            <a:round/>
            <a:headEnd type="none" w="med" len="med"/>
            <a:tailEnd type="none" w="med" len="med"/>
          </a:ln>
        </p:spPr>
      </p:cxnSp>
      <p:sp>
        <p:nvSpPr>
          <p:cNvPr id="169" name="Google Shape;169;p24">
            <a:extLst xmlns:a="http://schemas.openxmlformats.org/drawingml/2006/main">
              <a:ext uri="{FF2B5EF4-FFF2-40B4-BE49-F238E27FC236}">
                <a16:creationId xmlns:a16="http://schemas.microsoft.com/office/drawing/2014/main" id="{D60F30D6-C4C3-41A3-9543-70A3B3E82E53}"/>
              </a:ext>
            </a:extLst>
          </p:cNvPr>
          <p:cNvSpPr>
            <a:spLocks xmlns:a="http://schemas.openxmlformats.org/drawingml/2006/main" noGrp="1"/>
          </p:cNvSpPr>
          <p:nvPr>
            <p:ph type="body" idx="2"/>
          </p:nvPr>
        </p:nvSpPr>
        <p:spPr>
          <a:xfrm xmlns:a="http://schemas.openxmlformats.org/drawingml/2006/main">
            <a:off x="506875" y="4800600"/>
            <a:ext cx="8130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178" name="Google Shape;170;p24"/>
          <p:cNvPicPr>
            <a:picLocks xmlns:a="http://schemas.openxmlformats.org/drawingml/2006/main" noChangeAspect="1"/>
          </p:cNvPicPr>
          <p:nvPr/>
        </p:nvPicPr>
        <p:blipFill>
          <a:blip xmlns:r="http://schemas.openxmlformats.org/officeDocument/2006/relationships" xmlns:a="http://schemas.openxmlformats.org/drawingml/2006/main" r:embed="R6be7fd23c65d4004">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71" name="Google Shape;171;p24">
            <a:extLst xmlns:a="http://schemas.openxmlformats.org/drawingml/2006/main">
              <a:ext uri="{FF2B5EF4-FFF2-40B4-BE49-F238E27FC236}">
                <a16:creationId xmlns:a16="http://schemas.microsoft.com/office/drawing/2014/main" id="{CA2BA3B7-D859-4403-94C0-7D6E1E9209B8}"/>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2" name="Google Shape;172;p24">
            <a:extLst xmlns:a="http://schemas.openxmlformats.org/drawingml/2006/main">
              <a:ext uri="{FF2B5EF4-FFF2-40B4-BE49-F238E27FC236}">
                <a16:creationId xmlns:a16="http://schemas.microsoft.com/office/drawing/2014/main" id="{03DB9B35-690F-4110-8393-51A2B301ED99}"/>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
        <p:nvSpPr>
          <p:cNvPr id="173" name="Google Shape;173;p24">
            <a:extLst xmlns:a="http://schemas.openxmlformats.org/drawingml/2006/main">
              <a:ext uri="{FF2B5EF4-FFF2-40B4-BE49-F238E27FC236}">
                <a16:creationId xmlns:a16="http://schemas.microsoft.com/office/drawing/2014/main" id="{4626728A-15E0-45F6-AAE1-1182BDEE19F1}"/>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solidFill>
                  <a:srgbClr val="000000"/>
                </a:solidFill>
              </a:defRPr>
            </a:lvl1pPr>
            <a:lvl2pPr>
              <a:buNone/>
              <a:defRPr>
                <a:solidFill>
                  <a:srgbClr val="000000"/>
                </a:solidFill>
              </a:defRPr>
            </a:lvl2pPr>
            <a:lvl3pPr>
              <a:buNone/>
              <a:defRPr>
                <a:solidFill>
                  <a:srgbClr val="000000"/>
                </a:solidFill>
              </a:defRPr>
            </a:lvl3pPr>
            <a:lvl4pPr>
              <a:buNone/>
              <a:defRPr>
                <a:solidFill>
                  <a:srgbClr val="000000"/>
                </a:solidFill>
              </a:defRPr>
            </a:lvl4pPr>
            <a:lvl5pPr>
              <a:buNone/>
              <a:defRPr>
                <a:solidFill>
                  <a:srgbClr val="000000"/>
                </a:solidFill>
              </a:defRPr>
            </a:lvl5pPr>
            <a:lvl6pPr>
              <a:buNone/>
              <a:defRPr>
                <a:solidFill>
                  <a:srgbClr val="000000"/>
                </a:solidFill>
              </a:defRPr>
            </a:lvl6pPr>
            <a:lvl7pPr>
              <a:buNone/>
              <a:defRPr>
                <a:solidFill>
                  <a:srgbClr val="000000"/>
                </a:solidFill>
              </a:defRPr>
            </a:lvl7pPr>
            <a:lvl8pPr>
              <a:buNone/>
              <a:defRPr>
                <a:solidFill>
                  <a:srgbClr val="000000"/>
                </a:solidFill>
              </a:defRPr>
            </a:lvl8pPr>
            <a:lvl9pPr>
              <a:buNone/>
              <a:defRPr>
                <a:solidFill>
                  <a:srgbClr val="000000"/>
                </a:solidFill>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2.xml><?xml version="1.0" encoding="utf-8"?>
<p:sldLayout xmlns:p="http://schemas.openxmlformats.org/presentationml/2006/main" matchingName="Title Only">
  <p:cSld name="CUSTOM_1_1_1_1_1_1_1">
    <p:spTree>
      <p:nvGrpSpPr>
        <p:cNvPr id="1" name=""/>
        <p:cNvGrpSpPr/>
        <p:nvPr/>
      </p:nvGrpSpPr>
      <p:grpSpPr>
        <a:xfrm xmlns:a="http://schemas.openxmlformats.org/drawingml/2006/main"/>
      </p:grpSpPr>
      <p:sp>
        <p:nvSpPr>
          <p:cNvPr id="175" name="Google Shape;175;p25">
            <a:extLst xmlns:a="http://schemas.openxmlformats.org/drawingml/2006/main">
              <a:ext uri="{FF2B5EF4-FFF2-40B4-BE49-F238E27FC236}">
                <a16:creationId xmlns:a16="http://schemas.microsoft.com/office/drawing/2014/main" id="{58928A42-5F23-4FC9-8BAC-52F5F12668A9}"/>
              </a:ext>
            </a:extLst>
          </p:cNvPr>
          <p:cNvSpPr>
            <a:spLocks xmlns:a="http://schemas.openxmlformats.org/drawingml/2006/main" noGrp="1"/>
          </p:cNvSpPr>
          <p:nvPr>
            <p:ph type="body" idx="1"/>
          </p:nvPr>
        </p:nvSpPr>
        <p:spPr>
          <a:xfrm xmlns:a="http://schemas.openxmlformats.org/drawingml/2006/main">
            <a:off x="506875" y="4800600"/>
            <a:ext cx="81303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79400">
              <a:spcBef>
                <a:spcPts val="0"/>
              </a:spcBef>
              <a:spcAft>
                <a:spcPts val="0"/>
              </a:spcAft>
              <a:buClr>
                <a:schemeClr val="lt2"/>
              </a:buClr>
              <a:buSzPts val="800"/>
              <a:buChar char="●"/>
              <a:defRPr sz="800">
                <a:solidFill>
                  <a:schemeClr val="lt2"/>
                </a:solidFill>
              </a:defRPr>
            </a:lvl1pPr>
            <a:lvl2pPr marL="914400" indent="-279400">
              <a:spcBef>
                <a:spcPts val="0"/>
              </a:spcBef>
              <a:spcAft>
                <a:spcPts val="0"/>
              </a:spcAft>
              <a:buClr>
                <a:schemeClr val="lt2"/>
              </a:buClr>
              <a:buSzPts val="800"/>
              <a:buChar char="○"/>
              <a:defRPr sz="800">
                <a:solidFill>
                  <a:schemeClr val="lt2"/>
                </a:solidFill>
              </a:defRPr>
            </a:lvl2pPr>
            <a:lvl3pPr marL="1371600" indent="-279400">
              <a:spcBef>
                <a:spcPts val="0"/>
              </a:spcBef>
              <a:spcAft>
                <a:spcPts val="0"/>
              </a:spcAft>
              <a:buClr>
                <a:schemeClr val="lt2"/>
              </a:buClr>
              <a:buSzPts val="800"/>
              <a:buChar char="■"/>
              <a:defRPr sz="800">
                <a:solidFill>
                  <a:schemeClr val="lt2"/>
                </a:solidFill>
              </a:defRPr>
            </a:lvl3pPr>
            <a:lvl4pPr marL="1828800" indent="-279400">
              <a:spcBef>
                <a:spcPts val="0"/>
              </a:spcBef>
              <a:spcAft>
                <a:spcPts val="0"/>
              </a:spcAft>
              <a:buClr>
                <a:schemeClr val="lt2"/>
              </a:buClr>
              <a:buSzPts val="800"/>
              <a:buChar char="●"/>
              <a:defRPr sz="800">
                <a:solidFill>
                  <a:schemeClr val="lt2"/>
                </a:solidFill>
              </a:defRPr>
            </a:lvl4pPr>
            <a:lvl5pPr marL="2286000" indent="-279400">
              <a:spcBef>
                <a:spcPts val="0"/>
              </a:spcBef>
              <a:spcAft>
                <a:spcPts val="0"/>
              </a:spcAft>
              <a:buClr>
                <a:schemeClr val="lt2"/>
              </a:buClr>
              <a:buSzPts val="800"/>
              <a:buChar char="○"/>
              <a:defRPr sz="800">
                <a:solidFill>
                  <a:schemeClr val="lt2"/>
                </a:solidFill>
              </a:defRPr>
            </a:lvl5pPr>
            <a:lvl6pPr marL="2743200" indent="-279400">
              <a:spcBef>
                <a:spcPts val="0"/>
              </a:spcBef>
              <a:spcAft>
                <a:spcPts val="0"/>
              </a:spcAft>
              <a:buClr>
                <a:schemeClr val="lt2"/>
              </a:buClr>
              <a:buSzPts val="800"/>
              <a:buChar char="■"/>
              <a:defRPr sz="800">
                <a:solidFill>
                  <a:schemeClr val="lt2"/>
                </a:solidFill>
              </a:defRPr>
            </a:lvl6pPr>
            <a:lvl7pPr marL="3200400" indent="-279400">
              <a:spcBef>
                <a:spcPts val="0"/>
              </a:spcBef>
              <a:spcAft>
                <a:spcPts val="0"/>
              </a:spcAft>
              <a:buClr>
                <a:schemeClr val="lt2"/>
              </a:buClr>
              <a:buSzPts val="800"/>
              <a:buChar char="●"/>
              <a:defRPr sz="800">
                <a:solidFill>
                  <a:schemeClr val="lt2"/>
                </a:solidFill>
              </a:defRPr>
            </a:lvl7pPr>
            <a:lvl8pPr marL="3657600" indent="-279400">
              <a:spcBef>
                <a:spcPts val="0"/>
              </a:spcBef>
              <a:spcAft>
                <a:spcPts val="0"/>
              </a:spcAft>
              <a:buClr>
                <a:schemeClr val="lt2"/>
              </a:buClr>
              <a:buSzPts val="800"/>
              <a:buChar char="○"/>
              <a:defRPr sz="800">
                <a:solidFill>
                  <a:schemeClr val="lt2"/>
                </a:solidFill>
              </a:defRPr>
            </a:lvl8pPr>
            <a:lvl9pPr marL="4114800" indent="-279400">
              <a:spcBef>
                <a:spcPts val="0"/>
              </a:spcBef>
              <a:spcAft>
                <a:spcPts val="0"/>
              </a:spcAft>
              <a:buClr>
                <a:schemeClr val="lt2"/>
              </a:buClr>
              <a:buSzPts val="800"/>
              <a:buChar char="■"/>
              <a:defRPr sz="800">
                <a:solidFill>
                  <a:schemeClr val="lt2"/>
                </a:solidFill>
              </a:defRPr>
            </a:lvl9pPr>
          </a:lstStyle>
          <a:p xmlns:a="http://schemas.openxmlformats.org/drawingml/2006/main">
            <a:endParaRPr/>
          </a:p>
        </p:txBody>
      </p:sp>
      <p:pic>
        <p:nvPicPr>
          <p:cNvPr id="182" name="Google Shape;176;p25"/>
          <p:cNvPicPr>
            <a:picLocks xmlns:a="http://schemas.openxmlformats.org/drawingml/2006/main" noChangeAspect="1"/>
          </p:cNvPicPr>
          <p:nvPr/>
        </p:nvPicPr>
        <p:blipFill>
          <a:blip xmlns:r="http://schemas.openxmlformats.org/officeDocument/2006/relationships" xmlns:a="http://schemas.openxmlformats.org/drawingml/2006/main" r:embed="R1ea4949ff7ae40fb">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77" name="Google Shape;177;p25">
            <a:extLst xmlns:a="http://schemas.openxmlformats.org/drawingml/2006/main">
              <a:ext uri="{FF2B5EF4-FFF2-40B4-BE49-F238E27FC236}">
                <a16:creationId xmlns:a16="http://schemas.microsoft.com/office/drawing/2014/main" id="{82BF0EFB-FE96-47EB-849E-00F214B504A4}"/>
              </a:ext>
            </a:extLst>
          </p:cNvPr>
          <p:cNvSpPr>
            <a:spLocks xmlns:a="http://schemas.openxmlformats.org/drawingml/2006/main" noGrp="1"/>
          </p:cNvSpPr>
          <p:nvPr/>
        </p:nvSpPr>
        <p:spPr>
          <a:xfrm xmlns:a="http://schemas.openxmlformats.org/drawingml/2006/main" rot="-5400000">
            <a:off x="1111400" y="-329700"/>
            <a:ext cx="72300" cy="1272900"/>
          </a:xfrm>
          <a:prstGeom xmlns:a="http://schemas.openxmlformats.org/drawingml/2006/main" prst="rect">
            <a:avLst/>
          </a:prstGeom>
          <a:gradFill xmlns:a="http://schemas.openxmlformats.org/drawingml/2006/main">
            <a:gsLst>
              <a:gs pos="0">
                <a:srgbClr val="D3002D"/>
              </a:gs>
              <a:gs pos="100000">
                <a:srgbClr val="F18901"/>
              </a:gs>
            </a:gsLst>
            <a:lin ang="5400012"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178" name="Google Shape;178;p25">
            <a:extLst xmlns:a="http://schemas.openxmlformats.org/drawingml/2006/main">
              <a:ext uri="{FF2B5EF4-FFF2-40B4-BE49-F238E27FC236}">
                <a16:creationId xmlns:a16="http://schemas.microsoft.com/office/drawing/2014/main" id="{7AB94127-8E11-479F-B6FF-14451F0F0BCD}"/>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91425" rIns="0" bIns="0" anchor="t">
            <a:noAutofit/>
          </a:bodyPr>
          <a:lstStyle xmlns:a="http://schemas.openxmlformats.org/drawingml/2006/main">
            <a:lvl1pPr>
              <a:lnSpc>
                <a:spcPct val="108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2400"/>
              <a:buFont typeface="Poppins SemiBold"/>
              <a:buNone/>
              <a:defRPr sz="2400">
                <a:solidFill>
                  <a:schemeClr val="dk1"/>
                </a:solidFill>
                <a:latin typeface="Poppins SemiBold"/>
                <a:ea typeface="Poppins SemiBold"/>
                <a:cs typeface="Poppins SemiBold"/>
              </a:defRPr>
            </a:lvl9pPr>
          </a:lstStyle>
          <a:p xmlns:a="http://schemas.openxmlformats.org/drawingml/2006/main">
            <a:endParaRPr/>
          </a:p>
        </p:txBody>
      </p:sp>
      <p:sp>
        <p:nvSpPr>
          <p:cNvPr id="179" name="Google Shape;179;p25">
            <a:extLst xmlns:a="http://schemas.openxmlformats.org/drawingml/2006/main">
              <a:ext uri="{FF2B5EF4-FFF2-40B4-BE49-F238E27FC236}">
                <a16:creationId xmlns:a16="http://schemas.microsoft.com/office/drawing/2014/main" id="{2D6EE9FE-1F28-48DB-9BAA-E040C2DA55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sldLayout>
</file>

<file path=ppt/slideLayouts/slideLayout23.xml><?xml version="1.0" encoding="utf-8"?>
<p:sldLayout xmlns:p="http://schemas.openxmlformats.org/presentationml/2006/main" matchingName="Transition Slide 1">
  <p:cSld name="CUSTOM_2">
    <p:spTree>
      <p:nvGrpSpPr>
        <p:cNvPr id="1" name=""/>
        <p:cNvGrpSpPr/>
        <p:nvPr/>
      </p:nvGrpSpPr>
      <p:grpSpPr>
        <a:xfrm xmlns:a="http://schemas.openxmlformats.org/drawingml/2006/main"/>
      </p:grpSpPr>
      <p:pic>
        <p:nvPicPr>
          <p:cNvPr id="185" name="Google Shape;181;p26"/>
          <p:cNvPicPr>
            <a:picLocks xmlns:a="http://schemas.openxmlformats.org/drawingml/2006/main" noChangeAspect="1"/>
          </p:cNvPicPr>
          <p:nvPr/>
        </p:nvPicPr>
        <p:blipFill rotWithShape="1">
          <a:blip xmlns:r="http://schemas.openxmlformats.org/officeDocument/2006/relationships" xmlns:a="http://schemas.openxmlformats.org/drawingml/2006/main" r:embed="R9a926d8bcb544136">
            <a:alphaModFix/>
          </a:blip>
          <a:srcRect xmlns:a="http://schemas.openxmlformats.org/drawingml/2006/main" l="0" t="0" r="0" b="0"/>
          <a:stretch xmlns:a="http://schemas.openxmlformats.org/drawingml/2006/main"/>
        </p:blipFill>
        <p:spPr>
          <a:xfrm xmlns:a="http://schemas.openxmlformats.org/drawingml/2006/main">
            <a:off x="0" y="0"/>
            <a:ext cx="9144019" cy="5143500"/>
          </a:xfrm>
          <a:prstGeom xmlns:a="http://schemas.openxmlformats.org/drawingml/2006/main" prst="rect">
            <a:avLst/>
          </a:prstGeom>
          <a:ln xmlns:a="http://schemas.openxmlformats.org/drawingml/2006/main">
            <a:noFill/>
          </a:ln>
        </p:spPr>
      </p:pic>
      <p:sp>
        <p:nvSpPr>
          <p:cNvPr id="182" name="Google Shape;182;p26">
            <a:extLst xmlns:a="http://schemas.openxmlformats.org/drawingml/2006/main">
              <a:ext uri="{FF2B5EF4-FFF2-40B4-BE49-F238E27FC236}">
                <a16:creationId xmlns:a16="http://schemas.microsoft.com/office/drawing/2014/main" id="{38B929A1-AE14-446E-B485-FEC7B4545CC4}"/>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1pPr>
            <a:lvl2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2pPr>
            <a:lvl3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3pPr>
            <a:lvl4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4pPr>
            <a:lvl5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5pPr>
            <a:lvl6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6pPr>
            <a:lvl7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7pPr>
            <a:lvl8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8pPr>
            <a:lvl9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9pPr>
          </a:lstStyle>
          <a:p xmlns:a="http://schemas.openxmlformats.org/drawingml/2006/main">
            <a:endParaRPr/>
          </a:p>
        </p:txBody>
      </p:sp>
      <p:pic>
        <p:nvPicPr>
          <p:cNvPr id="187" name="Google Shape;183;p26"/>
          <p:cNvPicPr>
            <a:picLocks xmlns:a="http://schemas.openxmlformats.org/drawingml/2006/main" noChangeAspect="1"/>
          </p:cNvPicPr>
          <p:nvPr/>
        </p:nvPicPr>
        <p:blipFill>
          <a:blip xmlns:r="http://schemas.openxmlformats.org/officeDocument/2006/relationships" xmlns:a="http://schemas.openxmlformats.org/drawingml/2006/main" r:embed="R79e7ef883b39454d">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Tree>
  </p:cSld>
</p:sldLayout>
</file>

<file path=ppt/slideLayouts/slideLayout24.xml><?xml version="1.0" encoding="utf-8"?>
<p:sldLayout xmlns:p="http://schemas.openxmlformats.org/presentationml/2006/main" matchingName="Transition Slide 2">
  <p:cSld name="CUSTOM_2_1">
    <p:spTree>
      <p:nvGrpSpPr>
        <p:cNvPr id="1" name=""/>
        <p:cNvGrpSpPr/>
        <p:nvPr/>
      </p:nvGrpSpPr>
      <p:grpSpPr>
        <a:xfrm xmlns:a="http://schemas.openxmlformats.org/drawingml/2006/main"/>
      </p:grpSpPr>
      <p:pic>
        <p:nvPicPr>
          <p:cNvPr id="189" name="Google Shape;185;p27"/>
          <p:cNvPicPr>
            <a:picLocks xmlns:a="http://schemas.openxmlformats.org/drawingml/2006/main" noChangeAspect="1"/>
          </p:cNvPicPr>
          <p:nvPr/>
        </p:nvPicPr>
        <p:blipFill rotWithShape="1">
          <a:blip xmlns:r="http://schemas.openxmlformats.org/officeDocument/2006/relationships" xmlns:a="http://schemas.openxmlformats.org/drawingml/2006/main" r:embed="Rce1de2b06e9149d2">
            <a:alphaModFix/>
          </a:blip>
          <a:srcRect xmlns:a="http://schemas.openxmlformats.org/drawingml/2006/main" l="0" t="0" r="0" b="0"/>
          <a:stretch xmlns:a="http://schemas.openxmlformats.org/drawingml/2006/main"/>
        </p:blipFill>
        <p:spPr>
          <a:xfrm xmlns:a="http://schemas.openxmlformats.org/drawingml/2006/main">
            <a:off x="0" y="0"/>
            <a:ext cx="9144019" cy="5143500"/>
          </a:xfrm>
          <a:prstGeom xmlns:a="http://schemas.openxmlformats.org/drawingml/2006/main" prst="rect">
            <a:avLst/>
          </a:prstGeom>
          <a:ln xmlns:a="http://schemas.openxmlformats.org/drawingml/2006/main">
            <a:noFill/>
          </a:ln>
        </p:spPr>
      </p:pic>
      <p:sp>
        <p:nvSpPr>
          <p:cNvPr id="186" name="Google Shape;186;p27">
            <a:extLst xmlns:a="http://schemas.openxmlformats.org/drawingml/2006/main">
              <a:ext uri="{FF2B5EF4-FFF2-40B4-BE49-F238E27FC236}">
                <a16:creationId xmlns:a16="http://schemas.microsoft.com/office/drawing/2014/main" id="{8D02BA48-2014-4916-94CA-B65E790EFF7D}"/>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1pPr>
            <a:lvl2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2pPr>
            <a:lvl3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3pPr>
            <a:lvl4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4pPr>
            <a:lvl5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5pPr>
            <a:lvl6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6pPr>
            <a:lvl7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7pPr>
            <a:lvl8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8pPr>
            <a:lvl9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9pPr>
          </a:lstStyle>
          <a:p xmlns:a="http://schemas.openxmlformats.org/drawingml/2006/main">
            <a:endParaRPr/>
          </a:p>
        </p:txBody>
      </p:sp>
      <p:pic>
        <p:nvPicPr>
          <p:cNvPr id="191" name="Google Shape;187;p27"/>
          <p:cNvPicPr>
            <a:picLocks xmlns:a="http://schemas.openxmlformats.org/drawingml/2006/main" noChangeAspect="1"/>
          </p:cNvPicPr>
          <p:nvPr/>
        </p:nvPicPr>
        <p:blipFill>
          <a:blip xmlns:r="http://schemas.openxmlformats.org/officeDocument/2006/relationships" xmlns:a="http://schemas.openxmlformats.org/drawingml/2006/main" r:embed="Rc4346b829da84f90">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Tree>
  </p:cSld>
</p:sldLayout>
</file>

<file path=ppt/slideLayouts/slideLayout25.xml><?xml version="1.0" encoding="utf-8"?>
<p:sldLayout xmlns:p="http://schemas.openxmlformats.org/presentationml/2006/main" matchingName="Transition Slide 3">
  <p:cSld name="CUSTOM_2_1_1">
    <p:spTree>
      <p:nvGrpSpPr>
        <p:cNvPr id="1" name=""/>
        <p:cNvGrpSpPr/>
        <p:nvPr/>
      </p:nvGrpSpPr>
      <p:grpSpPr>
        <a:xfrm xmlns:a="http://schemas.openxmlformats.org/drawingml/2006/main"/>
      </p:grpSpPr>
      <p:pic>
        <p:nvPicPr>
          <p:cNvPr id="193" name="Google Shape;189;p28"/>
          <p:cNvPicPr>
            <a:picLocks xmlns:a="http://schemas.openxmlformats.org/drawingml/2006/main" noChangeAspect="1"/>
          </p:cNvPicPr>
          <p:nvPr/>
        </p:nvPicPr>
        <p:blipFill rotWithShape="1">
          <a:blip xmlns:r="http://schemas.openxmlformats.org/officeDocument/2006/relationships" xmlns:a="http://schemas.openxmlformats.org/drawingml/2006/main" r:embed="R5946c77ecad04759">
            <a:alphaModFix amt="74000"/>
          </a:blip>
          <a:srcRect xmlns:a="http://schemas.openxmlformats.org/drawingml/2006/main" l="0" t="0" r="0" b="0"/>
          <a:stretch xmlns:a="http://schemas.openxmlformats.org/drawingml/2006/main"/>
        </p:blipFill>
        <p:spPr>
          <a:xfrm xmlns:a="http://schemas.openxmlformats.org/drawingml/2006/main">
            <a:off x="0" y="0"/>
            <a:ext cx="9144019" cy="5143500"/>
          </a:xfrm>
          <a:prstGeom xmlns:a="http://schemas.openxmlformats.org/drawingml/2006/main" prst="rect">
            <a:avLst/>
          </a:prstGeom>
          <a:ln xmlns:a="http://schemas.openxmlformats.org/drawingml/2006/main">
            <a:noFill/>
          </a:ln>
        </p:spPr>
      </p:pic>
      <p:sp>
        <p:nvSpPr>
          <p:cNvPr id="190" name="Google Shape;190;p28">
            <a:extLst xmlns:a="http://schemas.openxmlformats.org/drawingml/2006/main">
              <a:ext uri="{FF2B5EF4-FFF2-40B4-BE49-F238E27FC236}">
                <a16:creationId xmlns:a16="http://schemas.microsoft.com/office/drawing/2014/main" id="{13B727C2-BF5C-4664-97AF-A83D0CAD491C}"/>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1pPr>
            <a:lvl2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2pPr>
            <a:lvl3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3pPr>
            <a:lvl4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4pPr>
            <a:lvl5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5pPr>
            <a:lvl6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6pPr>
            <a:lvl7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7pPr>
            <a:lvl8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8pPr>
            <a:lvl9pPr>
              <a:lnSpc>
                <a:spcPct val="115000"/>
              </a:lnSpc>
              <a:spcBef>
                <a:spcPts val="0"/>
              </a:spcBef>
              <a:spcAft>
                <a:spcPts val="0"/>
              </a:spcAft>
              <a:buClr>
                <a:schemeClr val="dk1"/>
              </a:buClr>
              <a:buSzPts val="3600"/>
              <a:buFont typeface="Poppins SemiBold"/>
              <a:buNone/>
              <a:defRPr sz="3600">
                <a:solidFill>
                  <a:schemeClr val="dk1"/>
                </a:solidFill>
                <a:latin typeface="Poppins SemiBold"/>
                <a:ea typeface="Poppins SemiBold"/>
                <a:cs typeface="Poppins SemiBold"/>
              </a:defRPr>
            </a:lvl9pPr>
          </a:lstStyle>
          <a:p xmlns:a="http://schemas.openxmlformats.org/drawingml/2006/main">
            <a:endParaRPr/>
          </a:p>
        </p:txBody>
      </p:sp>
      <p:pic>
        <p:nvPicPr>
          <p:cNvPr id="195" name="Google Shape;191;p28"/>
          <p:cNvPicPr>
            <a:picLocks xmlns:a="http://schemas.openxmlformats.org/drawingml/2006/main" noChangeAspect="1"/>
          </p:cNvPicPr>
          <p:nvPr/>
        </p:nvPicPr>
        <p:blipFill>
          <a:blip xmlns:r="http://schemas.openxmlformats.org/officeDocument/2006/relationships" xmlns:a="http://schemas.openxmlformats.org/drawingml/2006/main" r:embed="R455f12a4ee9c4e40">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Tree>
  </p:cSld>
</p:sldLayout>
</file>

<file path=ppt/slideLayouts/slideLayout26.xml><?xml version="1.0" encoding="utf-8"?>
<p:sldLayout xmlns:p="http://schemas.openxmlformats.org/presentationml/2006/main" matchingName="Transition Slide 4">
  <p:cSld name="CUSTOM_2_1_1_1">
    <p:spTree>
      <p:nvGrpSpPr>
        <p:cNvPr id="1" name=""/>
        <p:cNvGrpSpPr/>
        <p:nvPr/>
      </p:nvGrpSpPr>
      <p:grpSpPr>
        <a:xfrm xmlns:a="http://schemas.openxmlformats.org/drawingml/2006/main"/>
      </p:grpSpPr>
      <p:pic>
        <p:nvPicPr>
          <p:cNvPr id="197" name="Google Shape;193;p29"/>
          <p:cNvPicPr>
            <a:picLocks xmlns:a="http://schemas.openxmlformats.org/drawingml/2006/main" noChangeAspect="1"/>
          </p:cNvPicPr>
          <p:nvPr/>
        </p:nvPicPr>
        <p:blipFill rotWithShape="1">
          <a:blip xmlns:r="http://schemas.openxmlformats.org/officeDocument/2006/relationships" xmlns:a="http://schemas.openxmlformats.org/drawingml/2006/main" r:embed="Rb1c08f23f4b34453">
            <a:alphaModFix/>
          </a:blip>
          <a:srcRect xmlns:a="http://schemas.openxmlformats.org/drawingml/2006/main" l="0" t="0" r="0" b="0"/>
          <a:stretch xmlns:a="http://schemas.openxmlformats.org/drawingml/2006/main"/>
        </p:blipFill>
        <p:spPr>
          <a:xfrm xmlns:a="http://schemas.openxmlformats.org/drawingml/2006/main">
            <a:off x="-11" y="0"/>
            <a:ext cx="9144019" cy="5143497"/>
          </a:xfrm>
          <a:prstGeom xmlns:a="http://schemas.openxmlformats.org/drawingml/2006/main" prst="rect">
            <a:avLst/>
          </a:prstGeom>
          <a:ln xmlns:a="http://schemas.openxmlformats.org/drawingml/2006/main">
            <a:noFill/>
          </a:ln>
        </p:spPr>
      </p:pic>
      <p:sp>
        <p:nvSpPr>
          <p:cNvPr id="194" name="Google Shape;194;p29">
            <a:extLst xmlns:a="http://schemas.openxmlformats.org/drawingml/2006/main">
              <a:ext uri="{FF2B5EF4-FFF2-40B4-BE49-F238E27FC236}">
                <a16:creationId xmlns:a16="http://schemas.microsoft.com/office/drawing/2014/main" id="{2C9747BD-EABC-461C-A164-DAF80943B934}"/>
              </a:ext>
            </a:extLst>
          </p:cNvPr>
          <p:cNvSpPr>
            <a:spLocks xmlns:a="http://schemas.openxmlformats.org/drawingml/2006/main" noGrp="1"/>
          </p:cNvSpPr>
          <p:nvPr>
            <p:ph type="title" idx="0"/>
          </p:nvPr>
        </p:nvSpPr>
        <p:spPr>
          <a:xfrm xmlns:a="http://schemas.openxmlformats.org/drawingml/2006/main">
            <a:off x="506875" y="1878975"/>
            <a:ext cx="4072800" cy="13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1pPr>
            <a:lvl2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2pPr>
            <a:lvl3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3pPr>
            <a:lvl4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4pPr>
            <a:lvl5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5pPr>
            <a:lvl6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6pPr>
            <a:lvl7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7pPr>
            <a:lvl8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8pPr>
            <a:lvl9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9pPr>
          </a:lstStyle>
          <a:p xmlns:a="http://schemas.openxmlformats.org/drawingml/2006/main">
            <a:endParaRPr/>
          </a:p>
        </p:txBody>
      </p:sp>
      <p:pic>
        <p:nvPicPr>
          <p:cNvPr id="199" name="Google Shape;195;p29"/>
          <p:cNvPicPr>
            <a:picLocks xmlns:a="http://schemas.openxmlformats.org/drawingml/2006/main" noChangeAspect="1"/>
          </p:cNvPicPr>
          <p:nvPr/>
        </p:nvPicPr>
        <p:blipFill>
          <a:blip xmlns:r="http://schemas.openxmlformats.org/officeDocument/2006/relationships" xmlns:a="http://schemas.openxmlformats.org/drawingml/2006/main" r:embed="R13eb725d1f254f96">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Tree>
  </p:cSld>
</p:sldLayout>
</file>

<file path=ppt/slideLayouts/slideLayout27.xml><?xml version="1.0" encoding="utf-8"?>
<p:sldLayout xmlns:p="http://schemas.openxmlformats.org/presentationml/2006/main" matchingName="Transition Slide 5">
  <p:cSld name="CUSTOM_2_1_1_1_1">
    <p:spTree>
      <p:nvGrpSpPr>
        <p:cNvPr id="1" name=""/>
        <p:cNvGrpSpPr/>
        <p:nvPr/>
      </p:nvGrpSpPr>
      <p:grpSpPr>
        <a:xfrm xmlns:a="http://schemas.openxmlformats.org/drawingml/2006/main"/>
      </p:grpSpPr>
      <p:pic>
        <p:nvPicPr>
          <p:cNvPr id="202" name="Google Shape;197;p30"/>
          <p:cNvPicPr>
            <a:picLocks xmlns:a="http://schemas.openxmlformats.org/drawingml/2006/main" noChangeAspect="1"/>
          </p:cNvPicPr>
          <p:nvPr/>
        </p:nvPicPr>
        <p:blipFill rotWithShape="1">
          <a:blip xmlns:r="http://schemas.openxmlformats.org/officeDocument/2006/relationships" xmlns:a="http://schemas.openxmlformats.org/drawingml/2006/main" r:embed="R009719575c8449c5">
            <a:alphaModFix/>
          </a:blip>
          <a:srcRect xmlns:a="http://schemas.openxmlformats.org/drawingml/2006/main" l="0" t="0" r="0" b="0"/>
          <a:stretch xmlns:a="http://schemas.openxmlformats.org/drawingml/2006/main"/>
        </p:blipFill>
        <p:spPr>
          <a:xfrm xmlns:a="http://schemas.openxmlformats.org/drawingml/2006/main">
            <a:off x="-11" y="0"/>
            <a:ext cx="9144019" cy="5143497"/>
          </a:xfrm>
          <a:prstGeom xmlns:a="http://schemas.openxmlformats.org/drawingml/2006/main" prst="rect">
            <a:avLst/>
          </a:prstGeom>
          <a:ln xmlns:a="http://schemas.openxmlformats.org/drawingml/2006/main">
            <a:noFill/>
          </a:ln>
        </p:spPr>
      </p:pic>
      <p:pic>
        <p:nvPicPr>
          <p:cNvPr id="203" name="Google Shape;198;p30"/>
          <p:cNvPicPr>
            <a:picLocks xmlns:a="http://schemas.openxmlformats.org/drawingml/2006/main" noChangeAspect="1"/>
          </p:cNvPicPr>
          <p:nvPr/>
        </p:nvPicPr>
        <p:blipFill>
          <a:blip xmlns:r="http://schemas.openxmlformats.org/officeDocument/2006/relationships" xmlns:a="http://schemas.openxmlformats.org/drawingml/2006/main" r:embed="R513a99331ecd4dac">
            <a:alphaModFix/>
          </a:blip>
          <a:stretch xmlns:a="http://schemas.openxmlformats.org/drawingml/2006/main">
            <a:fillRect l="0" t="0" r="0" b="0"/>
          </a:stretch>
        </p:blipFill>
        <p:spPr>
          <a:xfrm xmlns:a="http://schemas.openxmlformats.org/drawingml/2006/main">
            <a:off x="8465677" y="160315"/>
            <a:ext cx="445057" cy="365175"/>
          </a:xfrm>
          <a:prstGeom xmlns:a="http://schemas.openxmlformats.org/drawingml/2006/main" prst="rect">
            <a:avLst/>
          </a:prstGeom>
          <a:ln xmlns:a="http://schemas.openxmlformats.org/drawingml/2006/main">
            <a:noFill/>
          </a:ln>
        </p:spPr>
      </p:pic>
      <p:sp>
        <p:nvSpPr>
          <p:cNvPr id="199" name="Google Shape;199;p30">
            <a:extLst xmlns:a="http://schemas.openxmlformats.org/drawingml/2006/main">
              <a:ext uri="{FF2B5EF4-FFF2-40B4-BE49-F238E27FC236}">
                <a16:creationId xmlns:a16="http://schemas.microsoft.com/office/drawing/2014/main" id="{DF141221-C1FE-4978-85BC-8A46111545F7}"/>
              </a:ext>
            </a:extLst>
          </p:cNvPr>
          <p:cNvSpPr>
            <a:spLocks xmlns:a="http://schemas.openxmlformats.org/drawingml/2006/main" noGrp="1"/>
          </p:cNvSpPr>
          <p:nvPr>
            <p:ph type="title" idx="0"/>
          </p:nvPr>
        </p:nvSpPr>
        <p:spPr>
          <a:xfrm xmlns:a="http://schemas.openxmlformats.org/drawingml/2006/main">
            <a:off x="506875" y="1878975"/>
            <a:ext cx="4072800" cy="13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1pPr>
            <a:lvl2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2pPr>
            <a:lvl3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3pPr>
            <a:lvl4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4pPr>
            <a:lvl5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5pPr>
            <a:lvl6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6pPr>
            <a:lvl7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7pPr>
            <a:lvl8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8pPr>
            <a:lvl9pPr>
              <a:lnSpc>
                <a:spcPct val="115000"/>
              </a:lnSpc>
              <a:spcBef>
                <a:spcPts val="0"/>
              </a:spcBef>
              <a:spcAft>
                <a:spcPts val="0"/>
              </a:spcAft>
              <a:buClr>
                <a:srgbClr val="FFFFFF"/>
              </a:buClr>
              <a:buSzPts val="3600"/>
              <a:buFont typeface="Poppins SemiBold"/>
              <a:buNone/>
              <a:defRPr sz="3600">
                <a:solidFill>
                  <a:srgbClr val="FFFFFF"/>
                </a:solidFill>
                <a:latin typeface="Poppins SemiBold"/>
                <a:ea typeface="Poppins SemiBold"/>
                <a:cs typeface="Poppins SemiBold"/>
              </a:defRPr>
            </a:lvl9pPr>
          </a:lstStyle>
          <a:p xmlns:a="http://schemas.openxmlformats.org/drawingml/2006/main">
            <a:endParaRPr/>
          </a:p>
        </p:txBody>
      </p:sp>
    </p:spTree>
  </p:cSld>
</p:sldLayout>
</file>

<file path=ppt/slideLayouts/slideLayout28.xml><?xml version="1.0" encoding="utf-8"?>
<p:sldLayout xmlns:p="http://schemas.openxmlformats.org/presentationml/2006/main" matchingName="Closing Slide Colour">
  <p:cSld name="CUSTOM_3_1">
    <p:spTree>
      <p:nvGrpSpPr>
        <p:cNvPr id="1" name=""/>
        <p:cNvGrpSpPr/>
        <p:nvPr/>
      </p:nvGrpSpPr>
      <p:grpSpPr>
        <a:xfrm xmlns:a="http://schemas.openxmlformats.org/drawingml/2006/main"/>
      </p:grpSpPr>
      <p:pic>
        <p:nvPicPr>
          <p:cNvPr id="3" name="Google Shape;201;p31"/>
          <p:cNvPicPr>
            <a:picLocks xmlns:a="http://schemas.openxmlformats.org/drawingml/2006/main" noChangeAspect="1"/>
          </p:cNvPicPr>
          <p:nvPr/>
        </p:nvPicPr>
        <p:blipFill rotWithShape="1">
          <a:blip xmlns:r="http://schemas.openxmlformats.org/officeDocument/2006/relationships" xmlns:a="http://schemas.openxmlformats.org/drawingml/2006/main" r:embed="R75bc0f5394094b3c">
            <a:alphaModFix/>
          </a:blip>
          <a:srcRect xmlns:a="http://schemas.openxmlformats.org/drawingml/2006/main" l="0" t="0" r="0" b="0"/>
          <a:stretch xmlns:a="http://schemas.openxmlformats.org/drawingml/2006/main"/>
        </p:blipFill>
        <p:spPr>
          <a:xfrm xmlns:a="http://schemas.openxmlformats.org/drawingml/2006/main">
            <a:off x="0" y="0"/>
            <a:ext cx="9144019" cy="5143500"/>
          </a:xfrm>
          <a:prstGeom xmlns:a="http://schemas.openxmlformats.org/drawingml/2006/main" prst="rect">
            <a:avLst/>
          </a:prstGeom>
          <a:ln xmlns:a="http://schemas.openxmlformats.org/drawingml/2006/main">
            <a:noFill/>
          </a:ln>
        </p:spPr>
      </p:pic>
      <p:pic>
        <p:nvPicPr>
          <p:cNvPr id="4" name="Google Shape;202;p31"/>
          <p:cNvPicPr>
            <a:picLocks xmlns:a="http://schemas.openxmlformats.org/drawingml/2006/main" noChangeAspect="1"/>
          </p:cNvPicPr>
          <p:nvPr/>
        </p:nvPicPr>
        <p:blipFill rotWithShape="1">
          <a:blip xmlns:r="http://schemas.openxmlformats.org/officeDocument/2006/relationships" xmlns:a="http://schemas.openxmlformats.org/drawingml/2006/main" r:embed="R177390b00e424252">
            <a:alphaModFix/>
          </a:blip>
          <a:srcRect xmlns:a="http://schemas.openxmlformats.org/drawingml/2006/main" l="0" t="0" r="0" b="0"/>
          <a:stretch xmlns:a="http://schemas.openxmlformats.org/drawingml/2006/main"/>
        </p:blipFill>
        <p:spPr>
          <a:xfrm xmlns:a="http://schemas.openxmlformats.org/drawingml/2006/main">
            <a:off x="2963693" y="2293838"/>
            <a:ext cx="3216560" cy="555825"/>
          </a:xfrm>
          <a:prstGeom xmlns:a="http://schemas.openxmlformats.org/drawingml/2006/main" prst="rect">
            <a:avLst/>
          </a:prstGeom>
          <a:ln xmlns:a="http://schemas.openxmlformats.org/drawingml/2006/main">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f8b5caeac74a91" /><Relationship Type="http://schemas.openxmlformats.org/officeDocument/2006/relationships/slideLayout" Target="/ppt/slideLayouts/slideLayout1.xml" Id="R92e1c169901240db" /><Relationship Type="http://schemas.openxmlformats.org/officeDocument/2006/relationships/slideLayout" Target="/ppt/slideLayouts/slideLayout2.xml" Id="Re45ea890165f47c9" /><Relationship Type="http://schemas.openxmlformats.org/officeDocument/2006/relationships/slideLayout" Target="/ppt/slideLayouts/slideLayout3.xml" Id="Rf159e898c6e54df9" /><Relationship Type="http://schemas.openxmlformats.org/officeDocument/2006/relationships/slideLayout" Target="/ppt/slideLayouts/slideLayout4.xml" Id="R008c19dd3a254c37" /><Relationship Type="http://schemas.openxmlformats.org/officeDocument/2006/relationships/slideLayout" Target="/ppt/slideLayouts/slideLayout5.xml" Id="R94c60a141c0e443c" /><Relationship Type="http://schemas.openxmlformats.org/officeDocument/2006/relationships/slideLayout" Target="/ppt/slideLayouts/slideLayout6.xml" Id="Rc37b0291e6ef4bda" /><Relationship Type="http://schemas.openxmlformats.org/officeDocument/2006/relationships/slideLayout" Target="/ppt/slideLayouts/slideLayout7.xml" Id="R6d4e04e9343d4460" /><Relationship Type="http://schemas.openxmlformats.org/officeDocument/2006/relationships/slideLayout" Target="/ppt/slideLayouts/slideLayout8.xml" Id="Rb61cff0c95a44a78" /><Relationship Type="http://schemas.openxmlformats.org/officeDocument/2006/relationships/slideLayout" Target="/ppt/slideLayouts/slideLayout9.xml" Id="Re17783c4c1f64199" /><Relationship Type="http://schemas.openxmlformats.org/officeDocument/2006/relationships/slideLayout" Target="/ppt/slideLayouts/slideLayout10.xml" Id="R6a1964a7c0924977" /><Relationship Type="http://schemas.openxmlformats.org/officeDocument/2006/relationships/slideLayout" Target="/ppt/slideLayouts/slideLayout11.xml" Id="R08a6edf66c474dba" /><Relationship Type="http://schemas.openxmlformats.org/officeDocument/2006/relationships/slideLayout" Target="/ppt/slideLayouts/slideLayout12.xml" Id="Rff0f5fe3b54b40fd" /><Relationship Type="http://schemas.openxmlformats.org/officeDocument/2006/relationships/slideLayout" Target="/ppt/slideLayouts/slideLayout13.xml" Id="R5f24c1296ce44ba3" /><Relationship Type="http://schemas.openxmlformats.org/officeDocument/2006/relationships/slideLayout" Target="/ppt/slideLayouts/slideLayout14.xml" Id="Re88a6fb6be12423d" /><Relationship Type="http://schemas.openxmlformats.org/officeDocument/2006/relationships/slideLayout" Target="/ppt/slideLayouts/slideLayout15.xml" Id="Rdc57e10840ab4f97" /><Relationship Type="http://schemas.openxmlformats.org/officeDocument/2006/relationships/slideLayout" Target="/ppt/slideLayouts/slideLayout16.xml" Id="Rba14747370f4443c" /><Relationship Type="http://schemas.openxmlformats.org/officeDocument/2006/relationships/slideLayout" Target="/ppt/slideLayouts/slideLayout17.xml" Id="R9bfa3ecc4a134b0c" /><Relationship Type="http://schemas.openxmlformats.org/officeDocument/2006/relationships/slideLayout" Target="/ppt/slideLayouts/slideLayout18.xml" Id="R0de7c10f047b47b8" /><Relationship Type="http://schemas.openxmlformats.org/officeDocument/2006/relationships/slideLayout" Target="/ppt/slideLayouts/slideLayout19.xml" Id="R279fd7b124d44d75" /><Relationship Type="http://schemas.openxmlformats.org/officeDocument/2006/relationships/slideLayout" Target="/ppt/slideLayouts/slideLayout20.xml" Id="R4c2a688bd3cd49e2" /><Relationship Type="http://schemas.openxmlformats.org/officeDocument/2006/relationships/slideLayout" Target="/ppt/slideLayouts/slideLayout21.xml" Id="R960ac30f79184e42" /><Relationship Type="http://schemas.openxmlformats.org/officeDocument/2006/relationships/slideLayout" Target="/ppt/slideLayouts/slideLayout22.xml" Id="R8b53e289c3e34194" /><Relationship Type="http://schemas.openxmlformats.org/officeDocument/2006/relationships/slideLayout" Target="/ppt/slideLayouts/slideLayout23.xml" Id="Rfaeb50fda1614163" /><Relationship Type="http://schemas.openxmlformats.org/officeDocument/2006/relationships/slideLayout" Target="/ppt/slideLayouts/slideLayout24.xml" Id="R03ae6e2346134937" /><Relationship Type="http://schemas.openxmlformats.org/officeDocument/2006/relationships/slideLayout" Target="/ppt/slideLayouts/slideLayout25.xml" Id="R839037b1ef4b4d38" /><Relationship Type="http://schemas.openxmlformats.org/officeDocument/2006/relationships/slideLayout" Target="/ppt/slideLayouts/slideLayout26.xml" Id="Rfdabae11df144254" /><Relationship Type="http://schemas.openxmlformats.org/officeDocument/2006/relationships/slideLayout" Target="/ppt/slideLayouts/slideLayout27.xml" Id="R28ea023b865f46dc" /><Relationship Type="http://schemas.openxmlformats.org/officeDocument/2006/relationships/slideLayout" Target="/ppt/slideLayouts/slideLayout28.xml" Id="R4edb2c72173043a9"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F6FD77C5-44AE-4E26-AB4A-C02D0D8E596F}"/>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buNone/>
              <a:defRPr sz="800">
                <a:latin typeface="Poppins"/>
                <a:ea typeface="Poppins"/>
                <a:cs typeface="Poppins"/>
              </a:defRPr>
            </a:lvl1pPr>
            <a:lvl2pPr>
              <a:buNone/>
              <a:defRPr sz="800">
                <a:latin typeface="Poppins"/>
                <a:ea typeface="Poppins"/>
                <a:cs typeface="Poppins"/>
              </a:defRPr>
            </a:lvl2pPr>
            <a:lvl3pPr>
              <a:buNone/>
              <a:defRPr sz="800">
                <a:latin typeface="Poppins"/>
                <a:ea typeface="Poppins"/>
                <a:cs typeface="Poppins"/>
              </a:defRPr>
            </a:lvl3pPr>
            <a:lvl4pPr>
              <a:buNone/>
              <a:defRPr sz="800">
                <a:latin typeface="Poppins"/>
                <a:ea typeface="Poppins"/>
                <a:cs typeface="Poppins"/>
              </a:defRPr>
            </a:lvl4pPr>
            <a:lvl5pPr>
              <a:buNone/>
              <a:defRPr sz="800">
                <a:latin typeface="Poppins"/>
                <a:ea typeface="Poppins"/>
                <a:cs typeface="Poppins"/>
              </a:defRPr>
            </a:lvl5pPr>
            <a:lvl6pPr>
              <a:buNone/>
              <a:defRPr sz="800">
                <a:latin typeface="Poppins"/>
                <a:ea typeface="Poppins"/>
                <a:cs typeface="Poppins"/>
              </a:defRPr>
            </a:lvl6pPr>
            <a:lvl7pPr>
              <a:buNone/>
              <a:defRPr sz="800">
                <a:latin typeface="Poppins"/>
                <a:ea typeface="Poppins"/>
                <a:cs typeface="Poppins"/>
              </a:defRPr>
            </a:lvl7pPr>
            <a:lvl8pPr>
              <a:buNone/>
              <a:defRPr sz="800">
                <a:latin typeface="Poppins"/>
                <a:ea typeface="Poppins"/>
                <a:cs typeface="Poppins"/>
              </a:defRPr>
            </a:lvl8pPr>
            <a:lvl9pPr>
              <a:buNone/>
              <a:defRPr sz="800">
                <a:latin typeface="Poppins"/>
                <a:ea typeface="Poppins"/>
                <a:cs typeface="Poppins"/>
              </a:defRPr>
            </a:lvl9pPr>
          </a:lstStyle>
          <a:p xmlns:a="http://schemas.openxmlformats.org/drawingml/2006/main">
            <a:pPr marL="0" lvl="0" indent="0" algn="l">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2e1c169901240db"/>
    <p:sldLayoutId xmlns:r="http://schemas.openxmlformats.org/officeDocument/2006/relationships" id="2147483650" r:id="Re45ea890165f47c9"/>
    <p:sldLayoutId xmlns:r="http://schemas.openxmlformats.org/officeDocument/2006/relationships" id="2147483651" r:id="Rf159e898c6e54df9"/>
    <p:sldLayoutId xmlns:r="http://schemas.openxmlformats.org/officeDocument/2006/relationships" id="2147483652" r:id="R008c19dd3a254c37"/>
    <p:sldLayoutId xmlns:r="http://schemas.openxmlformats.org/officeDocument/2006/relationships" id="2147483653" r:id="R94c60a141c0e443c"/>
    <p:sldLayoutId xmlns:r="http://schemas.openxmlformats.org/officeDocument/2006/relationships" id="2147483654" r:id="Rc37b0291e6ef4bda"/>
    <p:sldLayoutId xmlns:r="http://schemas.openxmlformats.org/officeDocument/2006/relationships" id="2147483655" r:id="R6d4e04e9343d4460"/>
    <p:sldLayoutId xmlns:r="http://schemas.openxmlformats.org/officeDocument/2006/relationships" id="2147483656" r:id="Rb61cff0c95a44a78"/>
    <p:sldLayoutId xmlns:r="http://schemas.openxmlformats.org/officeDocument/2006/relationships" id="2147483657" r:id="Re17783c4c1f64199"/>
    <p:sldLayoutId xmlns:r="http://schemas.openxmlformats.org/officeDocument/2006/relationships" id="2147483658" r:id="R6a1964a7c0924977"/>
    <p:sldLayoutId xmlns:r="http://schemas.openxmlformats.org/officeDocument/2006/relationships" id="2147483659" r:id="R08a6edf66c474dba"/>
    <p:sldLayoutId xmlns:r="http://schemas.openxmlformats.org/officeDocument/2006/relationships" id="2147483660" r:id="Rff0f5fe3b54b40fd"/>
    <p:sldLayoutId xmlns:r="http://schemas.openxmlformats.org/officeDocument/2006/relationships" id="2147483661" r:id="R5f24c1296ce44ba3"/>
    <p:sldLayoutId xmlns:r="http://schemas.openxmlformats.org/officeDocument/2006/relationships" id="2147483662" r:id="Re88a6fb6be12423d"/>
    <p:sldLayoutId xmlns:r="http://schemas.openxmlformats.org/officeDocument/2006/relationships" id="2147483663" r:id="Rdc57e10840ab4f97"/>
    <p:sldLayoutId xmlns:r="http://schemas.openxmlformats.org/officeDocument/2006/relationships" id="2147483664" r:id="Rba14747370f4443c"/>
    <p:sldLayoutId xmlns:r="http://schemas.openxmlformats.org/officeDocument/2006/relationships" id="2147483665" r:id="R9bfa3ecc4a134b0c"/>
    <p:sldLayoutId xmlns:r="http://schemas.openxmlformats.org/officeDocument/2006/relationships" id="2147483666" r:id="R0de7c10f047b47b8"/>
    <p:sldLayoutId xmlns:r="http://schemas.openxmlformats.org/officeDocument/2006/relationships" id="2147483667" r:id="R279fd7b124d44d75"/>
    <p:sldLayoutId xmlns:r="http://schemas.openxmlformats.org/officeDocument/2006/relationships" id="2147483668" r:id="R4c2a688bd3cd49e2"/>
    <p:sldLayoutId xmlns:r="http://schemas.openxmlformats.org/officeDocument/2006/relationships" id="2147483669" r:id="R960ac30f79184e42"/>
    <p:sldLayoutId xmlns:r="http://schemas.openxmlformats.org/officeDocument/2006/relationships" id="2147483670" r:id="R8b53e289c3e34194"/>
    <p:sldLayoutId xmlns:r="http://schemas.openxmlformats.org/officeDocument/2006/relationships" id="2147483671" r:id="Rfaeb50fda1614163"/>
    <p:sldLayoutId xmlns:r="http://schemas.openxmlformats.org/officeDocument/2006/relationships" id="2147483672" r:id="R03ae6e2346134937"/>
    <p:sldLayoutId xmlns:r="http://schemas.openxmlformats.org/officeDocument/2006/relationships" id="2147483673" r:id="R839037b1ef4b4d38"/>
    <p:sldLayoutId xmlns:r="http://schemas.openxmlformats.org/officeDocument/2006/relationships" id="2147483674" r:id="Rfdabae11df144254"/>
    <p:sldLayoutId xmlns:r="http://schemas.openxmlformats.org/officeDocument/2006/relationships" id="2147483675" r:id="R28ea023b865f46dc"/>
    <p:sldLayoutId xmlns:r="http://schemas.openxmlformats.org/officeDocument/2006/relationships" id="2147483676" r:id="R4edb2c72173043a9"/>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extLst>
    <p:ext uri="{27BBF7A9-308A-43DC-89C8-2F10F3537804}">
      <p15:sldGuideLst xmlns:p15="http://schemas.microsoft.com/office/powerpoint/2012/main">
        <p15:guide id="1" orient="horz" pos="216">
          <p15:clr>
            <a:srgbClr xmlns:a="http://schemas.openxmlformats.org/drawingml/2006/main" val="EA4335"/>
          </p15:clr>
        </p15:guide>
        <p15:guide id="2" pos="319">
          <p15:clr>
            <a:srgbClr xmlns:a="http://schemas.openxmlformats.org/drawingml/2006/main" val="EA4335"/>
          </p15:clr>
        </p15:guide>
        <p15:guide id="3" pos="1990">
          <p15:clr>
            <a:srgbClr xmlns:a="http://schemas.openxmlformats.org/drawingml/2006/main" val="EA4335"/>
          </p15:clr>
        </p15:guide>
        <p15:guide id="4" pos="3715">
          <p15:clr>
            <a:srgbClr xmlns:a="http://schemas.openxmlformats.org/drawingml/2006/main" val="EA4335"/>
          </p15:clr>
        </p15:guide>
        <p15:guide id="5" pos="5441">
          <p15:clr>
            <a:srgbClr xmlns:a="http://schemas.openxmlformats.org/drawingml/2006/main" val="EA4335"/>
          </p15:clr>
        </p15:guide>
        <p15:guide id="6" pos="2045">
          <p15:clr>
            <a:srgbClr xmlns:a="http://schemas.openxmlformats.org/drawingml/2006/main" val="EA4335"/>
          </p15:clr>
        </p15:guide>
        <p15:guide id="7" pos="3770">
          <p15:clr>
            <a:srgbClr xmlns:a="http://schemas.openxmlformats.org/drawingml/2006/main" val="EA4335"/>
          </p15:clr>
        </p15:guide>
        <p15:guide id="8" orient="horz" pos="3024">
          <p15:clr>
            <a:srgbClr xmlns:a="http://schemas.openxmlformats.org/drawingml/2006/main" val="EA4335"/>
          </p15:clr>
        </p15:guide>
        <p15:guide id="9" pos="1122">
          <p15:clr>
            <a:srgbClr xmlns:a="http://schemas.openxmlformats.org/drawingml/2006/main" val="EA4335"/>
          </p15:clr>
        </p15:guide>
        <p15:guide id="10" pos="2907">
          <p15:clr>
            <a:srgbClr xmlns:a="http://schemas.openxmlformats.org/drawingml/2006/main" val="EA4335"/>
          </p15:clr>
        </p15:guide>
        <p15:guide id="11" pos="4638">
          <p15:clr>
            <a:srgbClr xmlns:a="http://schemas.openxmlformats.org/drawingml/2006/main" val="EA4335"/>
          </p15:clr>
        </p15:guide>
        <p15:guide id="12" pos="1184">
          <p15:clr>
            <a:srgbClr xmlns:a="http://schemas.openxmlformats.org/drawingml/2006/main" val="EA4335"/>
          </p15:clr>
        </p15:guide>
        <p15:guide id="13" pos="2853">
          <p15:clr>
            <a:srgbClr xmlns:a="http://schemas.openxmlformats.org/drawingml/2006/main" val="EA4335"/>
          </p15:clr>
        </p15:guide>
        <p15:guide id="14" pos="4576">
          <p15:clr>
            <a:srgbClr xmlns:a="http://schemas.openxmlformats.org/drawingml/2006/main" val="EA4335"/>
          </p15:clr>
        </p15:guide>
        <p15:guide id="15" orient="horz" pos="1122">
          <p15:clr>
            <a:srgbClr xmlns:a="http://schemas.openxmlformats.org/drawingml/2006/main" val="EA4335"/>
          </p15:clr>
        </p15:guide>
        <p15:guide id="16" orient="horz" pos="1184">
          <p15:clr>
            <a:srgbClr xmlns:a="http://schemas.openxmlformats.org/drawingml/2006/main" val="EA4335"/>
          </p15:clr>
        </p15:guide>
        <p15:guide id="17" orient="horz" pos="2118">
          <p15:clr>
            <a:srgbClr xmlns:a="http://schemas.openxmlformats.org/drawingml/2006/main" val="EA4335"/>
          </p15:clr>
        </p15:guide>
        <p15:guide id="18" orient="horz" pos="2056">
          <p15:clr>
            <a:srgbClr xmlns:a="http://schemas.openxmlformats.org/drawingml/2006/main" val="EA4335"/>
          </p15:clr>
        </p15:guide>
        <p15:guide id="19" orient="horz" pos="756">
          <p15:clr>
            <a:schemeClr xmlns:a="http://schemas.openxmlformats.org/drawingml/2006/main" val="lt2"/>
          </p15:clr>
        </p15:guide>
        <p15:guide id="20" pos="264">
          <p15:clr>
            <a:srgbClr xmlns:a="http://schemas.openxmlformats.org/drawingml/2006/main" val="EA4335"/>
          </p15:clr>
        </p15:guide>
        <p15:guide id="21" pos="5505">
          <p15:clr>
            <a:srgbClr xmlns:a="http://schemas.openxmlformats.org/drawingml/2006/main" val="EA4335"/>
          </p15:clr>
        </p15:guide>
      </p15:sldGuideLst>
    </p:ext>
  </p:extLst>
</p:sldMaster>
</file>

<file path=ppt/slideMasters/theme/theme2.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473def02434b91" /><Relationship Type="http://schemas.openxmlformats.org/officeDocument/2006/relationships/notesSlide" Target="/ppt/notesSlides/notesSlide1.xml" Id="R5cec6b0fbc8b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11a47dde9b347d4" /><Relationship Type="http://schemas.openxmlformats.org/officeDocument/2006/relationships/notesSlide" Target="/ppt/notesSlides/notesSlide2.xml" Id="Ra4ae3568df464e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9b924da4abf44913" /><Relationship Type="http://schemas.openxmlformats.org/officeDocument/2006/relationships/notesSlide" Target="/ppt/notesSlides/notesSlide3.xml" Id="R5d63b731eda74f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87183360c1104f04" /><Relationship Type="http://schemas.openxmlformats.org/officeDocument/2006/relationships/notesSlide" Target="/ppt/notesSlides/notesSlide4.xml" Id="R8ac1c066027349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0cc049f401d4277" /><Relationship Type="http://schemas.openxmlformats.org/officeDocument/2006/relationships/notesSlide" Target="/ppt/notesSlides/notesSlide5.xml" Id="Rb9b99a7863084b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5f0c46267ec147d8" /><Relationship Type="http://schemas.openxmlformats.org/officeDocument/2006/relationships/notesSlide" Target="/ppt/notesSlides/notesSlide6.xml" Id="R66f19793791249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cce5ce08e90841d2" /><Relationship Type="http://schemas.openxmlformats.org/officeDocument/2006/relationships/notesSlide" Target="/ppt/notesSlides/notesSlide7.xml" Id="R3b571b2ea20249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4.xml" Id="Rbe82d0bfac224d04" /><Relationship Type="http://schemas.openxmlformats.org/officeDocument/2006/relationships/notesSlide" Target="/ppt/notesSlides/notesSlide8.xml" Id="Rb65363529a5842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d5259fbf3394f55" /><Relationship Type="http://schemas.openxmlformats.org/officeDocument/2006/relationships/notesSlide" Target="/ppt/notesSlides/notesSlide9.xml" Id="R8cad955e4b4c47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4.xml" Id="R86eebed29bb94673" /><Relationship Type="http://schemas.openxmlformats.org/officeDocument/2006/relationships/notesSlide" Target="/ppt/notesSlides/notesSlide10.xml" Id="R8b664556490e41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61d1796297384ac2" /><Relationship Type="http://schemas.openxmlformats.org/officeDocument/2006/relationships/notesSlide" Target="/ppt/notesSlides/notesSlide11.xml" Id="R9022e54d757445f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cc5627558934f24" /><Relationship Type="http://schemas.openxmlformats.org/officeDocument/2006/relationships/notesSlide" Target="/ppt/notesSlides/notesSlide12.xml" Id="R8807d1b909134b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4dd2d44afb264865" /><Relationship Type="http://schemas.openxmlformats.org/officeDocument/2006/relationships/notesSlide" Target="/ppt/notesSlides/notesSlide13.xml" Id="R984842175a2342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4.xml" Id="R76ee5cca986e4a8c" /><Relationship Type="http://schemas.openxmlformats.org/officeDocument/2006/relationships/notesSlide" Target="/ppt/notesSlides/notesSlide14.xml" Id="R3728eb748a6540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805d41adb3b8419a" /><Relationship Type="http://schemas.openxmlformats.org/officeDocument/2006/relationships/notesSlide" Target="/ppt/notesSlides/notesSlide15.xml" Id="R0b5ff6381b0c47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ef94b86679564230" /><Relationship Type="http://schemas.openxmlformats.org/officeDocument/2006/relationships/notesSlide" Target="/ppt/notesSlides/notesSlide16.xml" Id="R1ac14f77198140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bd559420e13f412d" /><Relationship Type="http://schemas.openxmlformats.org/officeDocument/2006/relationships/notesSlide" Target="/ppt/notesSlides/notesSlide17.xml" Id="R147baeee680e4d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7a4beaebd3c64a46" /><Relationship Type="http://schemas.openxmlformats.org/officeDocument/2006/relationships/notesSlide" Target="/ppt/notesSlides/notesSlide18.xml" Id="Rcf4908cbf78448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6be4a827185f4506" /><Relationship Type="http://schemas.openxmlformats.org/officeDocument/2006/relationships/notesSlide" Target="/ppt/notesSlides/notesSlide19.xml" Id="R88f344e30c014e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4.xml" Id="R0df5dc382b5043b2" /><Relationship Type="http://schemas.openxmlformats.org/officeDocument/2006/relationships/notesSlide" Target="/ppt/notesSlides/notesSlide20.xml" Id="R2375e6a8cebe45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02e113a990049a1" /><Relationship Type="http://schemas.openxmlformats.org/officeDocument/2006/relationships/notesSlide" Target="/ppt/notesSlides/notesSlide21.xml" Id="R89237c60bc0a424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02017cdd95e34231" /><Relationship Type="http://schemas.openxmlformats.org/officeDocument/2006/relationships/notesSlide" Target="/ppt/notesSlides/notesSlide22.xml" Id="Rfad3f312ec9c4f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371d500090904367" /><Relationship Type="http://schemas.openxmlformats.org/officeDocument/2006/relationships/notesSlide" Target="/ppt/notesSlides/notesSlide23.xml" Id="R14db44d7fe6d472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2d009470208f47ba" /><Relationship Type="http://schemas.openxmlformats.org/officeDocument/2006/relationships/notesSlide" Target="/ppt/notesSlides/notesSlide24.xml" Id="R55159c2b5df1466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69a8dd005955454d" /><Relationship Type="http://schemas.openxmlformats.org/officeDocument/2006/relationships/notesSlide" Target="/ppt/notesSlides/notesSlide25.xml" Id="R091269ed62ec43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4edd514f7dec4203" /><Relationship Type="http://schemas.openxmlformats.org/officeDocument/2006/relationships/notesSlide" Target="/ppt/notesSlides/notesSlide26.xml" Id="R68c72d5c18f944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42f717ad6ab64b08" /><Relationship Type="http://schemas.openxmlformats.org/officeDocument/2006/relationships/notesSlide" Target="/ppt/notesSlides/notesSlide27.xml" Id="R738bba3f8fbc48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4.xml" Id="Rdfc1a1d4c9194c84" /><Relationship Type="http://schemas.openxmlformats.org/officeDocument/2006/relationships/notesSlide" Target="/ppt/notesSlides/notesSlide28.xml" Id="R2790bda176a0470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24" name="Google Shape;224;p34">
            <a:extLst xmlns:a="http://schemas.openxmlformats.org/drawingml/2006/main">
              <a:ext uri="{FF2B5EF4-FFF2-40B4-BE49-F238E27FC236}">
                <a16:creationId xmlns:a16="http://schemas.microsoft.com/office/drawing/2014/main" id="{D7DD120F-A0ED-4E79-AC43-9E2714FD401F}"/>
              </a:ext>
            </a:extLst>
          </p:cNvPr>
          <p:cNvSpPr>
            <a:spLocks xmlns:a="http://schemas.openxmlformats.org/drawingml/2006/main" noGrp="1"/>
          </p:cNvSpPr>
          <p:nvPr>
            <p:ph type="title" idx="0"/>
          </p:nvPr>
        </p:nvSpPr>
        <p:spPr>
          <a:xfrm xmlns:a="http://schemas.openxmlformats.org/drawingml/2006/main">
            <a:off x="506875" y="1200300"/>
            <a:ext cx="2888400" cy="1845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defRPr sz="2250">
                <a:solidFill>
                  <a:srgbClr val="FFFFFF"/>
                </a:solidFill>
                <a:latin typeface="Poppins SemiBold"/>
                <a:ea typeface="Poppins SemiBold"/>
                <a:cs typeface="Poppins SemiBold"/>
              </a:defRPr>
            </a:pPr>
            <a:r>
              <a:rPr sz="2250">
                <a:solidFill>
                  <a:srgbClr val="FFFFFF"/>
                </a:solidFill>
                <a:latin typeface="Poppins SemiBold"/>
                <a:ea typeface="Poppins SemiBold"/>
                <a:cs typeface="Poppins SemiBold"/>
              </a:rPr>
              <a:t>Pass Your</a:t>
            </a:r>
            <a:endParaRPr/>
          </a:p>
          <a:p xmlns:a="http://schemas.openxmlformats.org/drawingml/2006/main">
            <a:pPr marL="0" lvl="0" indent="0" algn="l">
              <a:spcBef>
                <a:spcPts val="0"/>
              </a:spcBef>
              <a:spcAft>
                <a:spcPts val="0"/>
              </a:spcAft>
              <a:buNone/>
              <a:defRPr sz="2250">
                <a:solidFill>
                  <a:srgbClr val="FFFFFF"/>
                </a:solidFill>
                <a:latin typeface="Poppins SemiBold"/>
                <a:ea typeface="Poppins SemiBold"/>
                <a:cs typeface="Poppins SemiBold"/>
              </a:defRPr>
            </a:pPr>
            <a:r>
              <a:rPr sz="2250">
                <a:solidFill>
                  <a:srgbClr val="FFFFFF"/>
                </a:solidFill>
                <a:latin typeface="Poppins SemiBold"/>
                <a:ea typeface="Poppins SemiBold"/>
                <a:cs typeface="Poppins SemiBold"/>
              </a:rPr>
              <a:t>GitHub Copilot</a:t>
            </a:r>
            <a:endParaRPr/>
          </a:p>
          <a:p xmlns:a="http://schemas.openxmlformats.org/drawingml/2006/main">
            <a:pPr marL="0" lvl="0" indent="0" algn="l">
              <a:spcBef>
                <a:spcPts val="0"/>
              </a:spcBef>
              <a:spcAft>
                <a:spcPts val="0"/>
              </a:spcAft>
              <a:buNone/>
              <a:defRPr sz="2250">
                <a:solidFill>
                  <a:srgbClr val="FFFFFF"/>
                </a:solidFill>
                <a:latin typeface="Poppins SemiBold"/>
                <a:ea typeface="Poppins SemiBold"/>
                <a:cs typeface="Poppins SemiBold"/>
              </a:defRPr>
            </a:pPr>
            <a:r>
              <a:rPr sz="2250">
                <a:solidFill>
                  <a:srgbClr val="FFFFFF"/>
                </a:solidFill>
                <a:latin typeface="Poppins SemiBold"/>
                <a:ea typeface="Poppins SemiBold"/>
                <a:cs typeface="Poppins SemiBold"/>
              </a:rPr>
              <a:t>Certification Exam</a:t>
            </a:r>
            <a:endParaRPr/>
          </a:p>
        </p:txBody>
      </p:sp>
      <p:sp>
        <p:nvSpPr>
          <p:cNvPr id="225" name="Google Shape;225;p34">
            <a:extLst xmlns:a="http://schemas.openxmlformats.org/drawingml/2006/main">
              <a:ext uri="{FF2B5EF4-FFF2-40B4-BE49-F238E27FC236}">
                <a16:creationId xmlns:a16="http://schemas.microsoft.com/office/drawing/2014/main" id="{0E08FF47-F542-4861-A569-2BDE667E9B4B}"/>
              </a:ext>
            </a:extLst>
          </p:cNvPr>
          <p:cNvSpPr>
            <a:spLocks xmlns:a="http://schemas.openxmlformats.org/drawingml/2006/main" noGrp="1"/>
          </p:cNvSpPr>
          <p:nvPr>
            <p:ph type="subTitle" idx="1"/>
          </p:nvPr>
        </p:nvSpPr>
        <p:spPr>
          <a:xfrm xmlns:a="http://schemas.openxmlformats.org/drawingml/2006/main">
            <a:off x="506875" y="3362325"/>
            <a:ext cx="2703300" cy="1438200"/>
          </a:xfrm>
          <a:prstGeom xmlns:a="http://schemas.openxmlformats.org/drawingml/2006/main" prst="rect">
            <a:avLst/>
          </a:prstGeom>
        </p:spPr>
        <p:txBody>
          <a:bodyPr xmlns:a="http://schemas.openxmlformats.org/drawingml/2006/main" spcFirstLastPara="1" wrap="square" lIns="0" tIns="0" rIns="0" bIns="0" anchor="b">
            <a:noAutofit/>
          </a:bodyPr>
          <a:lstStyle xmlns:a="http://schemas.openxmlformats.org/drawingml/2006/main"/>
          <a:p xmlns:a="http://schemas.openxmlformats.org/drawingml/2006/main">
            <a:pPr marL="0" lvl="0" indent="0" algn="l">
              <a:spcBef>
                <a:spcPts val="0"/>
              </a:spcBef>
              <a:spcAft>
                <a:spcPts val="0"/>
              </a:spcAft>
              <a:buNone/>
              <a:defRPr sz="1575">
                <a:solidFill>
                  <a:srgbClr val="FFFFFF"/>
                </a:solidFill>
                <a:latin typeface="Poppins"/>
                <a:ea typeface="Poppins"/>
                <a:cs typeface="Poppins"/>
              </a:defRPr>
            </a:pPr>
            <a:r>
              <a:rPr sz="1575">
                <a:solidFill>
                  <a:srgbClr val="FFFFFF"/>
                </a:solidFill>
                <a:latin typeface="Poppins"/>
                <a:ea typeface="Poppins"/>
                <a:cs typeface="Poppins"/>
              </a:rPr>
              <a:t>Tim Warner</a:t>
            </a:r>
            <a:endParaRPr/>
          </a:p>
          <a:p xmlns:a="http://schemas.openxmlformats.org/drawingml/2006/main">
            <a:pPr marL="0" lvl="0" indent="0" algn="l">
              <a:spcBef>
                <a:spcPts val="0"/>
              </a:spcBef>
              <a:spcAft>
                <a:spcPts val="0"/>
              </a:spcAft>
              <a:buNone/>
              <a:defRPr sz="1575">
                <a:solidFill>
                  <a:srgbClr val="FFFFFF"/>
                </a:solidFill>
                <a:latin typeface="Poppins"/>
                <a:ea typeface="Poppins"/>
                <a:cs typeface="Poppins"/>
              </a:defRPr>
            </a:pPr>
            <a:r>
              <a:rPr sz="1575">
                <a:solidFill>
                  <a:srgbClr val="FFFFFF"/>
                </a:solidFill>
                <a:latin typeface="Poppins"/>
                <a:ea typeface="Poppins"/>
                <a:cs typeface="Poppins"/>
              </a:rPr>
              <a:t>September 24, 2026</a:t>
            </a:r>
            <a:endParaRPr/>
          </a:p>
        </p:txBody>
      </p:sp>
    </p:spTree>
    <p:extLst>
      <p:ext uri="{BB962C8B-B14F-4D97-AF65-F5344CB8AC3E}">
        <p14:creationId xmlns:p14="http://schemas.microsoft.com/office/powerpoint/2010/main" val="82709983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Tim Warner</a:t>
            </a:r>
          </a:p>
          <a:p xmlns:a="http://schemas.openxmlformats.org/drawingml/2006/main">
            <a:r>
              <a:rPr sz="1350">
                <a:solidFill>
                  <a:srgbClr val="666666"/>
                </a:solidFill>
                <a:latin typeface="Poppins"/>
                <a:ea typeface="Poppins"/>
                <a:cs typeface="Poppins"/>
              </a:rPr>
              <a:t>Microsoft MVP, Azure AI</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28+ years on the Microsoft stack</a:t>
            </a:r>
          </a:p>
          <a:p xmlns:a="http://schemas.openxmlformats.org/drawingml/2006/main">
            <a:pPr marL="254000" indent="-127000">
              <a:spcAft>
                <a:spcPts val="900"/>
              </a:spcAft>
              <a:buChar char="•"/>
            </a:pPr>
            <a:r>
              <a:rPr sz="2025">
                <a:solidFill>
                  <a:srgbClr val="000000"/>
                </a:solidFill>
                <a:latin typeface="Poppins"/>
                <a:ea typeface="Poppins"/>
                <a:cs typeface="Poppins"/>
              </a:rPr>
              <a:t>Technical educator and course author</a:t>
            </a:r>
          </a:p>
          <a:p xmlns:a="http://schemas.openxmlformats.org/drawingml/2006/main">
            <a:pPr marL="254000" indent="-127000">
              <a:spcAft>
                <a:spcPts val="900"/>
              </a:spcAft>
              <a:buChar char="•"/>
            </a:pPr>
            <a:r>
              <a:rPr sz="2025">
                <a:solidFill>
                  <a:srgbClr val="000000"/>
                </a:solidFill>
                <a:latin typeface="Poppins"/>
                <a:ea typeface="Poppins"/>
                <a:cs typeface="Poppins"/>
              </a:rPr>
              <a:t>First principles, real examples, evidence</a:t>
            </a:r>
          </a:p>
          <a:p xmlns:a="http://schemas.openxmlformats.org/drawingml/2006/main">
            <a:pPr marL="254000" indent="-127000">
              <a:spcAft>
                <a:spcPts val="900"/>
              </a:spcAft>
              <a:buChar char="•"/>
            </a:pPr>
            <a:r>
              <a:rPr sz="2025">
                <a:solidFill>
                  <a:srgbClr val="000000"/>
                </a:solidFill>
                <a:latin typeface="Poppins"/>
                <a:ea typeface="Poppins"/>
                <a:cs typeface="Poppins"/>
              </a:rPr>
              <a:t>TechTrainerTim.com</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E2598689-54C9-18A7-3A19-ED76AA08988F}" type="slidenum">
              <a:t>2</a:t>
            </a:fld>
            <a:endParaRPr/>
          </a:p>
        </p:txBody>
      </p:sp>
    </p:spTree>
    <p:extLst>
      <p:ext uri="{BB962C8B-B14F-4D97-AF65-F5344CB8AC3E}">
        <p14:creationId xmlns:p14="http://schemas.microsoft.com/office/powerpoint/2010/main" val="52751329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1" name="Google Shape;271;p39">
            <a:extLst xmlns:a="http://schemas.openxmlformats.org/drawingml/2006/main">
              <a:ext uri="{FF2B5EF4-FFF2-40B4-BE49-F238E27FC236}">
                <a16:creationId xmlns:a16="http://schemas.microsoft.com/office/drawing/2014/main" id="{C225749F-E69F-485D-9670-DD8E69CEF10A}"/>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What you will be able to do</a:t>
            </a:r>
          </a:p>
          <a:p xmlns:a="http://schemas.openxmlformats.org/drawingml/2006/main">
            <a:r>
              <a:rPr sz="1350">
                <a:solidFill>
                  <a:srgbClr val="666666"/>
                </a:solidFill>
                <a:latin typeface="Poppins"/>
                <a:ea typeface="Poppins"/>
                <a:cs typeface="Poppins"/>
              </a:rPr>
              <a:t>An explanation plus an observable check</a:t>
            </a:r>
          </a:p>
        </p:txBody>
      </p:sp>
      <p:sp>
        <p:nvSpPr>
          <p:cNvPr id="272" name="Google Shape;272;p39">
            <a:extLst xmlns:a="http://schemas.openxmlformats.org/drawingml/2006/main">
              <a:ext uri="{FF2B5EF4-FFF2-40B4-BE49-F238E27FC236}">
                <a16:creationId xmlns:a16="http://schemas.microsoft.com/office/drawing/2014/main" id="{D8F09E5D-ED9E-4711-82FA-CF08F01C881C}"/>
              </a:ext>
            </a:extLst>
          </p:cNvPr>
          <p:cNvSpPr>
            <a:spLocks xmlns:a="http://schemas.openxmlformats.org/drawingml/2006/main" noGrp="1"/>
          </p:cNvSpPr>
          <p:nvPr>
            <p:ph type="body" idx="1"/>
          </p:nvPr>
        </p:nvSpPr>
        <p:spPr>
          <a:xfrm xmlns:a="http://schemas.openxmlformats.org/drawingml/2006/main">
            <a:off x="506875"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Validate</a:t>
            </a:r>
          </a:p>
          <a:p xmlns:a="http://schemas.openxmlformats.org/drawingml/2006/main">
            <a:r>
              <a:rPr sz="1725">
                <a:solidFill>
                  <a:srgbClr val="000000"/>
                </a:solidFill>
                <a:latin typeface="Poppins"/>
                <a:ea typeface="Poppins"/>
                <a:cs typeface="Poppins"/>
              </a:rPr>
              <a:t>Review generated changes against real requirements and tests.</a:t>
            </a:r>
          </a:p>
        </p:txBody>
      </p:sp>
      <p:sp>
        <p:nvSpPr>
          <p:cNvPr id="273" name="Google Shape;273;p39">
            <a:extLst xmlns:a="http://schemas.openxmlformats.org/drawingml/2006/main">
              <a:ext uri="{FF2B5EF4-FFF2-40B4-BE49-F238E27FC236}">
                <a16:creationId xmlns:a16="http://schemas.microsoft.com/office/drawing/2014/main" id="{9B92D657-532C-4E35-B397-86879B797E24}"/>
              </a:ext>
            </a:extLst>
          </p:cNvPr>
          <p:cNvSpPr>
            <a:spLocks xmlns:a="http://schemas.openxmlformats.org/drawingml/2006/main" noGrp="1"/>
          </p:cNvSpPr>
          <p:nvPr>
            <p:ph type="body" idx="2"/>
          </p:nvPr>
        </p:nvSpPr>
        <p:spPr>
          <a:xfrm xmlns:a="http://schemas.openxmlformats.org/drawingml/2006/main">
            <a:off x="3245975"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Choose</a:t>
            </a:r>
          </a:p>
          <a:p xmlns:a="http://schemas.openxmlformats.org/drawingml/2006/main">
            <a:r>
              <a:rPr sz="1725">
                <a:solidFill>
                  <a:srgbClr val="000000"/>
                </a:solidFill>
                <a:latin typeface="Poppins"/>
                <a:ea typeface="Poppins"/>
                <a:cs typeface="Poppins"/>
              </a:rPr>
              <a:t>Select the surface and context that fit the task.</a:t>
            </a:r>
          </a:p>
        </p:txBody>
      </p:sp>
      <p:sp>
        <p:nvSpPr>
          <p:cNvPr id="274" name="Google Shape;274;p39">
            <a:extLst xmlns:a="http://schemas.openxmlformats.org/drawingml/2006/main">
              <a:ext uri="{FF2B5EF4-FFF2-40B4-BE49-F238E27FC236}">
                <a16:creationId xmlns:a16="http://schemas.microsoft.com/office/drawing/2014/main" id="{86908EE5-7577-42F5-8907-5FA2C1C3B489}"/>
              </a:ext>
            </a:extLst>
          </p:cNvPr>
          <p:cNvSpPr>
            <a:spLocks xmlns:a="http://schemas.openxmlformats.org/drawingml/2006/main" noGrp="1"/>
          </p:cNvSpPr>
          <p:nvPr>
            <p:ph type="body" idx="3"/>
          </p:nvPr>
        </p:nvSpPr>
        <p:spPr>
          <a:xfrm xmlns:a="http://schemas.openxmlformats.org/drawingml/2006/main">
            <a:off x="5985000"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Apply</a:t>
            </a:r>
          </a:p>
          <a:p xmlns:a="http://schemas.openxmlformats.org/drawingml/2006/main">
            <a:r>
              <a:rPr sz="1725">
                <a:solidFill>
                  <a:srgbClr val="000000"/>
                </a:solidFill>
                <a:latin typeface="Poppins"/>
                <a:ea typeface="Poppins"/>
                <a:cs typeface="Poppins"/>
              </a:rPr>
              <a:t>Use appropriate safeguards and plan your next study step.</a:t>
            </a:r>
          </a:p>
        </p:txBody>
      </p:sp>
      <p:sp>
        <p:nvSpPr>
          <p:cNvPr id="275" name="Google Shape;275;p39">
            <a:extLst xmlns:a="http://schemas.openxmlformats.org/drawingml/2006/main">
              <a:ext uri="{FF2B5EF4-FFF2-40B4-BE49-F238E27FC236}">
                <a16:creationId xmlns:a16="http://schemas.microsoft.com/office/drawing/2014/main" id="{F0204725-B3A4-42EF-B5B4-A76546479CF1}"/>
              </a:ext>
            </a:extLst>
          </p:cNvPr>
          <p:cNvSpPr>
            <a:spLocks xmlns:a="http://schemas.openxmlformats.org/drawingml/2006/main" noGrp="1"/>
          </p:cNvSpPr>
          <p:nvPr>
            <p:ph type="body" idx="4"/>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6" name="Google Shape;276;p39">
            <a:extLst xmlns:a="http://schemas.openxmlformats.org/drawingml/2006/main">
              <a:ext uri="{FF2B5EF4-FFF2-40B4-BE49-F238E27FC236}">
                <a16:creationId xmlns:a16="http://schemas.microsoft.com/office/drawing/2014/main" id="{44A2698B-1219-481E-B8F6-93586A130A6A}"/>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202359C0-8A7A-196E-DD58-8E6569619F09}" type="slidenum">
              <a:t>3</a:t>
            </a:fld>
            <a:endParaRPr/>
          </a:p>
        </p:txBody>
      </p:sp>
    </p:spTree>
    <p:extLst>
      <p:ext uri="{BB962C8B-B14F-4D97-AF65-F5344CB8AC3E}">
        <p14:creationId xmlns:p14="http://schemas.microsoft.com/office/powerpoint/2010/main" val="203438231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GH-300: six domains</a:t>
            </a:r>
          </a:p>
          <a:p xmlns:a="http://schemas.openxmlformats.org/drawingml/2006/main">
            <a:r>
              <a:rPr sz="1350">
                <a:solidFill>
                  <a:srgbClr val="666666"/>
                </a:solidFill>
                <a:latin typeface="Poppins"/>
                <a:ea typeface="Poppins"/>
                <a:cs typeface="Poppins"/>
              </a:rPr>
              <a:t>Skills measured August 7, 2026</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1875">
                <a:solidFill>
                  <a:srgbClr val="000000"/>
                </a:solidFill>
                <a:latin typeface="Poppins"/>
                <a:ea typeface="Poppins"/>
                <a:cs typeface="Poppins"/>
              </a:rPr>
              <a:t>Responsible use   15-20%</a:t>
            </a:r>
          </a:p>
          <a:p xmlns:a="http://schemas.openxmlformats.org/drawingml/2006/main">
            <a:pPr marL="254000" indent="-127000">
              <a:spcAft>
                <a:spcPts val="900"/>
              </a:spcAft>
              <a:buChar char="•"/>
            </a:pPr>
            <a:r>
              <a:rPr sz="1875">
                <a:solidFill>
                  <a:srgbClr val="000000"/>
                </a:solidFill>
                <a:latin typeface="Poppins"/>
                <a:ea typeface="Poppins"/>
                <a:cs typeface="Poppins"/>
              </a:rPr>
              <a:t>Copilot features   25-30%</a:t>
            </a:r>
          </a:p>
          <a:p xmlns:a="http://schemas.openxmlformats.org/drawingml/2006/main">
            <a:pPr marL="254000" indent="-127000">
              <a:spcAft>
                <a:spcPts val="900"/>
              </a:spcAft>
              <a:buChar char="•"/>
            </a:pPr>
            <a:r>
              <a:rPr sz="1875">
                <a:solidFill>
                  <a:srgbClr val="000000"/>
                </a:solidFill>
                <a:latin typeface="Poppins"/>
                <a:ea typeface="Poppins"/>
                <a:cs typeface="Poppins"/>
              </a:rPr>
              <a:t>Data and architecture   10-15%</a:t>
            </a:r>
          </a:p>
          <a:p xmlns:a="http://schemas.openxmlformats.org/drawingml/2006/main">
            <a:pPr marL="254000" indent="-127000">
              <a:spcAft>
                <a:spcPts val="900"/>
              </a:spcAft>
              <a:buChar char="•"/>
            </a:pPr>
            <a:r>
              <a:rPr sz="1875">
                <a:solidFill>
                  <a:srgbClr val="000000"/>
                </a:solidFill>
                <a:latin typeface="Poppins"/>
                <a:ea typeface="Poppins"/>
                <a:cs typeface="Poppins"/>
              </a:rPr>
              <a:t>Prompt engineering and context   10-15%</a:t>
            </a:r>
          </a:p>
          <a:p xmlns:a="http://schemas.openxmlformats.org/drawingml/2006/main">
            <a:pPr marL="254000" indent="-127000">
              <a:spcAft>
                <a:spcPts val="900"/>
              </a:spcAft>
              <a:buChar char="•"/>
            </a:pPr>
            <a:r>
              <a:rPr sz="1875">
                <a:solidFill>
                  <a:srgbClr val="000000"/>
                </a:solidFill>
                <a:latin typeface="Poppins"/>
                <a:ea typeface="Poppins"/>
                <a:cs typeface="Poppins"/>
              </a:rPr>
              <a:t>Developer productivity   10-15%</a:t>
            </a:r>
          </a:p>
          <a:p xmlns:a="http://schemas.openxmlformats.org/drawingml/2006/main">
            <a:pPr marL="254000" indent="-127000">
              <a:spcAft>
                <a:spcPts val="900"/>
              </a:spcAft>
              <a:buChar char="•"/>
            </a:pPr>
            <a:r>
              <a:rPr sz="1875">
                <a:solidFill>
                  <a:srgbClr val="000000"/>
                </a:solidFill>
                <a:latin typeface="Poppins"/>
                <a:ea typeface="Poppins"/>
                <a:cs typeface="Poppins"/>
              </a:rPr>
              <a:t>Privacy and safeguards   10-15%</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EFD6AB9A-5F9E-5F59-51AB-3C8734130965}" type="slidenum">
              <a:t>4</a:t>
            </a:fld>
            <a:endParaRPr/>
          </a:p>
        </p:txBody>
      </p:sp>
    </p:spTree>
    <p:extLst>
      <p:ext uri="{BB962C8B-B14F-4D97-AF65-F5344CB8AC3E}">
        <p14:creationId xmlns:p14="http://schemas.microsoft.com/office/powerpoint/2010/main" val="5275132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Four segments, four hours</a:t>
            </a:r>
          </a:p>
          <a:p xmlns:a="http://schemas.openxmlformats.org/drawingml/2006/main">
            <a:r>
              <a:rPr sz="1350">
                <a:solidFill>
                  <a:srgbClr val="666666"/>
                </a:solidFill>
                <a:latin typeface="Poppins"/>
                <a:ea typeface="Poppins"/>
                <a:cs typeface="Poppins"/>
              </a:rPr>
              <a:t>9 a.m.-1 p.m. Central | September 24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1950">
                <a:solidFill>
                  <a:srgbClr val="000000"/>
                </a:solidFill>
                <a:latin typeface="Poppins"/>
                <a:ea typeface="Poppins"/>
                <a:cs typeface="Poppins"/>
              </a:rPr>
              <a:t>1   9:00-10:00   Foundations and responsible operation</a:t>
            </a:r>
          </a:p>
          <a:p xmlns:a="http://schemas.openxmlformats.org/drawingml/2006/main">
            <a:pPr marL="254000" indent="-127000">
              <a:spcAft>
                <a:spcPts val="900"/>
              </a:spcAft>
              <a:buChar char="•"/>
            </a:pPr>
            <a:r>
              <a:rPr sz="1950">
                <a:solidFill>
                  <a:srgbClr val="000000"/>
                </a:solidFill>
                <a:latin typeface="Poppins"/>
                <a:ea typeface="Poppins"/>
                <a:cs typeface="Poppins"/>
              </a:rPr>
              <a:t>2   10:00-11:00   IDE, Chat, CLI</a:t>
            </a:r>
          </a:p>
          <a:p xmlns:a="http://schemas.openxmlformats.org/drawingml/2006/main">
            <a:pPr marL="254000" indent="-127000">
              <a:spcAft>
                <a:spcPts val="900"/>
              </a:spcAft>
              <a:buChar char="•"/>
            </a:pPr>
            <a:r>
              <a:rPr sz="1950">
                <a:solidFill>
                  <a:srgbClr val="000000"/>
                </a:solidFill>
                <a:latin typeface="Poppins"/>
                <a:ea typeface="Poppins"/>
                <a:cs typeface="Poppins"/>
              </a:rPr>
              <a:t>3   11:00-12:00   Data, agents, MCP, context</a:t>
            </a:r>
          </a:p>
          <a:p xmlns:a="http://schemas.openxmlformats.org/drawingml/2006/main">
            <a:pPr marL="254000" indent="-127000">
              <a:spcAft>
                <a:spcPts val="900"/>
              </a:spcAft>
              <a:buChar char="•"/>
            </a:pPr>
            <a:r>
              <a:rPr sz="1950">
                <a:solidFill>
                  <a:srgbClr val="000000"/>
                </a:solidFill>
                <a:latin typeface="Poppins"/>
                <a:ea typeface="Poppins"/>
                <a:cs typeface="Poppins"/>
              </a:rPr>
              <a:t>4   12:00-1:00   Privacy, productivity, exam practice</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EE5B3003-2C54-13C6-9832-7637201064DE}" type="slidenum">
              <a:t>5</a:t>
            </a:fld>
            <a:endParaRPr/>
          </a:p>
        </p:txBody>
      </p:sp>
    </p:spTree>
    <p:extLst>
      <p:ext uri="{BB962C8B-B14F-4D97-AF65-F5344CB8AC3E}">
        <p14:creationId xmlns:p14="http://schemas.microsoft.com/office/powerpoint/2010/main" val="5275132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Your class materials</a:t>
            </a:r>
          </a:p>
          <a:p xmlns:a="http://schemas.openxmlformats.org/drawingml/2006/main">
            <a:r>
              <a:rPr sz="1350">
                <a:solidFill>
                  <a:srgbClr val="666666"/>
                </a:solidFill>
                <a:latin typeface="Poppins"/>
                <a:ea typeface="Poppins"/>
                <a:cs typeface="Poppins"/>
              </a:rPr>
              <a:t>One public repository, a clear learner route</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1875">
                <a:solidFill>
                  <a:srgbClr val="000000"/>
                </a:solidFill>
                <a:latin typeface="Poppins"/>
                <a:ea typeface="Poppins"/>
                <a:cs typeface="Poppins"/>
              </a:rPr>
              <a:t>github.com/timothywarner-org/copilot-cert-prep</a:t>
            </a:r>
          </a:p>
          <a:p xmlns:a="http://schemas.openxmlformats.org/drawingml/2006/main">
            <a:pPr marL="254000" indent="-127000">
              <a:spcAft>
                <a:spcPts val="900"/>
              </a:spcAft>
              <a:buChar char="•"/>
            </a:pPr>
            <a:r>
              <a:rPr sz="1875">
                <a:solidFill>
                  <a:srgbClr val="000000"/>
                </a:solidFill>
                <a:latin typeface="Poppins"/>
                <a:ea typeface="Poppins"/>
                <a:cs typeface="Poppins"/>
              </a:rPr>
              <a:t>Start in README.md and COURSE-PLAN.md</a:t>
            </a:r>
          </a:p>
          <a:p xmlns:a="http://schemas.openxmlformats.org/drawingml/2006/main">
            <a:pPr marL="254000" indent="-127000">
              <a:spcAft>
                <a:spcPts val="900"/>
              </a:spcAft>
              <a:buChar char="•"/>
            </a:pPr>
            <a:r>
              <a:rPr sz="1875">
                <a:solidFill>
                  <a:srgbClr val="000000"/>
                </a:solidFill>
                <a:latin typeface="Poppins"/>
                <a:ea typeface="Poppins"/>
                <a:cs typeface="Poppins"/>
              </a:rPr>
              <a:t>Practice in CLASS-ACTIVITIES.md and MINI-MOCK.md</a:t>
            </a:r>
          </a:p>
          <a:p xmlns:a="http://schemas.openxmlformats.org/drawingml/2006/main">
            <a:pPr marL="254000" indent="-127000">
              <a:spcAft>
                <a:spcPts val="900"/>
              </a:spcAft>
              <a:buChar char="•"/>
            </a:pPr>
            <a:r>
              <a:rPr sz="1875">
                <a:solidFill>
                  <a:srgbClr val="000000"/>
                </a:solidFill>
                <a:latin typeface="Poppins"/>
                <a:ea typeface="Poppins"/>
                <a:cs typeface="Poppins"/>
              </a:rPr>
              <a:t>Return to the study guide after class</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8C630A04-5A25-9E0C-9436-126091DB86B3}" type="slidenum">
              <a:t>6</a:t>
            </a:fld>
            <a:endParaRPr/>
          </a:p>
        </p:txBody>
      </p:sp>
    </p:spTree>
    <p:extLst>
      <p:ext uri="{BB962C8B-B14F-4D97-AF65-F5344CB8AC3E}">
        <p14:creationId xmlns:p14="http://schemas.microsoft.com/office/powerpoint/2010/main" val="52751329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71" name="Google Shape;271;p39">
            <a:extLst xmlns:a="http://schemas.openxmlformats.org/drawingml/2006/main">
              <a:ext uri="{FF2B5EF4-FFF2-40B4-BE49-F238E27FC236}">
                <a16:creationId xmlns:a16="http://schemas.microsoft.com/office/drawing/2014/main" id="{C225749F-E69F-485D-9670-DD8E69CEF10A}"/>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Tim's certification study model</a:t>
            </a:r>
          </a:p>
          <a:p xmlns:a="http://schemas.openxmlformats.org/drawingml/2006/main">
            <a:r>
              <a:rPr sz="1350">
                <a:solidFill>
                  <a:srgbClr val="666666"/>
                </a:solidFill>
                <a:latin typeface="Poppins"/>
                <a:ea typeface="Poppins"/>
                <a:cs typeface="Poppins"/>
              </a:rPr>
              <a:t>Use AI to support all three legs</a:t>
            </a:r>
          </a:p>
        </p:txBody>
      </p:sp>
      <p:sp>
        <p:nvSpPr>
          <p:cNvPr id="272" name="Google Shape;272;p39">
            <a:extLst xmlns:a="http://schemas.openxmlformats.org/drawingml/2006/main">
              <a:ext uri="{FF2B5EF4-FFF2-40B4-BE49-F238E27FC236}">
                <a16:creationId xmlns:a16="http://schemas.microsoft.com/office/drawing/2014/main" id="{D8F09E5D-ED9E-4711-82FA-CF08F01C881C}"/>
              </a:ext>
            </a:extLst>
          </p:cNvPr>
          <p:cNvSpPr>
            <a:spLocks xmlns:a="http://schemas.openxmlformats.org/drawingml/2006/main" noGrp="1"/>
          </p:cNvSpPr>
          <p:nvPr>
            <p:ph type="body" idx="1"/>
          </p:nvPr>
        </p:nvSpPr>
        <p:spPr>
          <a:xfrm xmlns:a="http://schemas.openxmlformats.org/drawingml/2006/main">
            <a:off x="506875"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Core concepts</a:t>
            </a:r>
          </a:p>
          <a:p xmlns:a="http://schemas.openxmlformats.org/drawingml/2006/main">
            <a:r>
              <a:rPr sz="1725">
                <a:solidFill>
                  <a:srgbClr val="000000"/>
                </a:solidFill>
                <a:latin typeface="Poppins"/>
                <a:ea typeface="Poppins"/>
                <a:cs typeface="Poppins"/>
              </a:rPr>
              <a:t>Read current primary sources. Explain the reason behind the behavior.</a:t>
            </a:r>
          </a:p>
        </p:txBody>
      </p:sp>
      <p:sp>
        <p:nvSpPr>
          <p:cNvPr id="273" name="Google Shape;273;p39">
            <a:extLst xmlns:a="http://schemas.openxmlformats.org/drawingml/2006/main">
              <a:ext uri="{FF2B5EF4-FFF2-40B4-BE49-F238E27FC236}">
                <a16:creationId xmlns:a16="http://schemas.microsoft.com/office/drawing/2014/main" id="{9B92D657-532C-4E35-B397-86879B797E24}"/>
              </a:ext>
            </a:extLst>
          </p:cNvPr>
          <p:cNvSpPr>
            <a:spLocks xmlns:a="http://schemas.openxmlformats.org/drawingml/2006/main" noGrp="1"/>
          </p:cNvSpPr>
          <p:nvPr>
            <p:ph type="body" idx="2"/>
          </p:nvPr>
        </p:nvSpPr>
        <p:spPr>
          <a:xfrm xmlns:a="http://schemas.openxmlformats.org/drawingml/2006/main">
            <a:off x="3245975"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Hands-on skills</a:t>
            </a:r>
          </a:p>
          <a:p xmlns:a="http://schemas.openxmlformats.org/drawingml/2006/main">
            <a:r>
              <a:rPr sz="1725">
                <a:solidFill>
                  <a:srgbClr val="000000"/>
                </a:solidFill>
                <a:latin typeface="Poppins"/>
                <a:ea typeface="Poppins"/>
                <a:cs typeface="Poppins"/>
              </a:rPr>
              <a:t>Do the task. Inspect the result and its limitations.</a:t>
            </a:r>
          </a:p>
        </p:txBody>
      </p:sp>
      <p:sp>
        <p:nvSpPr>
          <p:cNvPr id="274" name="Google Shape;274;p39">
            <a:extLst xmlns:a="http://schemas.openxmlformats.org/drawingml/2006/main">
              <a:ext uri="{FF2B5EF4-FFF2-40B4-BE49-F238E27FC236}">
                <a16:creationId xmlns:a16="http://schemas.microsoft.com/office/drawing/2014/main" id="{86908EE5-7577-42F5-8907-5FA2C1C3B489}"/>
              </a:ext>
            </a:extLst>
          </p:cNvPr>
          <p:cNvSpPr>
            <a:spLocks xmlns:a="http://schemas.openxmlformats.org/drawingml/2006/main" noGrp="1"/>
          </p:cNvSpPr>
          <p:nvPr>
            <p:ph type="body" idx="3"/>
          </p:nvPr>
        </p:nvSpPr>
        <p:spPr>
          <a:xfrm xmlns:a="http://schemas.openxmlformats.org/drawingml/2006/main">
            <a:off x="5985000" y="1878975"/>
            <a:ext cx="26520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a:spcAft>
                <a:spcPts val="1400"/>
              </a:spcAft>
            </a:pPr>
            <a:r>
              <a:rPr sz="1950">
                <a:solidFill>
                  <a:srgbClr val="000000"/>
                </a:solidFill>
                <a:latin typeface="Poppins SemiBold"/>
                <a:ea typeface="Poppins SemiBold"/>
                <a:cs typeface="Poppins SemiBold"/>
              </a:rPr>
              <a:t>Knowledge checks</a:t>
            </a:r>
          </a:p>
          <a:p xmlns:a="http://schemas.openxmlformats.org/drawingml/2006/main">
            <a:r>
              <a:rPr sz="1725">
                <a:solidFill>
                  <a:srgbClr val="000000"/>
                </a:solidFill>
                <a:latin typeface="Poppins"/>
                <a:ea typeface="Poppins"/>
                <a:cs typeface="Poppins"/>
              </a:rPr>
              <a:t>Choose an answer, then explain why every distractor fails.</a:t>
            </a:r>
          </a:p>
        </p:txBody>
      </p:sp>
      <p:sp>
        <p:nvSpPr>
          <p:cNvPr id="275" name="Google Shape;275;p39">
            <a:extLst xmlns:a="http://schemas.openxmlformats.org/drawingml/2006/main">
              <a:ext uri="{FF2B5EF4-FFF2-40B4-BE49-F238E27FC236}">
                <a16:creationId xmlns:a16="http://schemas.microsoft.com/office/drawing/2014/main" id="{F0204725-B3A4-42EF-B5B4-A76546479CF1}"/>
              </a:ext>
            </a:extLst>
          </p:cNvPr>
          <p:cNvSpPr>
            <a:spLocks xmlns:a="http://schemas.openxmlformats.org/drawingml/2006/main" noGrp="1"/>
          </p:cNvSpPr>
          <p:nvPr>
            <p:ph type="body" idx="4"/>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76" name="Google Shape;276;p39">
            <a:extLst xmlns:a="http://schemas.openxmlformats.org/drawingml/2006/main">
              <a:ext uri="{FF2B5EF4-FFF2-40B4-BE49-F238E27FC236}">
                <a16:creationId xmlns:a16="http://schemas.microsoft.com/office/drawing/2014/main" id="{44A2698B-1219-481E-B8F6-93586A130A6A}"/>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D3D7D1C8-AE23-AA48-DF65-C742588DBE47}" type="slidenum">
              <a:t>7</a:t>
            </a:fld>
            <a:endParaRPr/>
          </a:p>
        </p:txBody>
      </p:sp>
    </p:spTree>
    <p:extLst>
      <p:ext uri="{BB962C8B-B14F-4D97-AF65-F5344CB8AC3E}">
        <p14:creationId xmlns:p14="http://schemas.microsoft.com/office/powerpoint/2010/main" val="20343823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22" name="Google Shape;422;p50">
            <a:extLst xmlns:a="http://schemas.openxmlformats.org/drawingml/2006/main">
              <a:ext uri="{FF2B5EF4-FFF2-40B4-BE49-F238E27FC236}">
                <a16:creationId xmlns:a16="http://schemas.microsoft.com/office/drawing/2014/main" id="{A4C0EBA2-5668-4D81-A4C5-5638DD2E7D17}"/>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1000"/>
              </a:spcAft>
            </a:pPr>
            <a:r>
              <a:rPr sz="2700">
                <a:solidFill>
                  <a:srgbClr val="FFFFFF"/>
                </a:solidFill>
                <a:latin typeface="Poppins SemiBold"/>
                <a:ea typeface="Poppins SemiBold"/>
                <a:cs typeface="Poppins SemiBold"/>
              </a:rPr>
              <a:t>Segment 1</a:t>
            </a:r>
          </a:p>
          <a:p xmlns:a="http://schemas.openxmlformats.org/drawingml/2006/main">
            <a:r>
              <a:rPr sz="1800">
                <a:solidFill>
                  <a:srgbClr val="FFFFFF"/>
                </a:solidFill>
                <a:latin typeface="Poppins"/>
                <a:ea typeface="Poppins"/>
                <a:cs typeface="Poppins"/>
              </a:rPr>
              <a:t>Foundations and responsible operation</a:t>
            </a:r>
          </a:p>
        </p:txBody>
      </p:sp>
    </p:spTree>
    <p:extLst>
      <p:ext uri="{BB962C8B-B14F-4D97-AF65-F5344CB8AC3E}">
        <p14:creationId xmlns:p14="http://schemas.microsoft.com/office/powerpoint/2010/main" val="140668365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A plausible answer is a proposal</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Does that API exist?</a:t>
            </a:r>
          </a:p>
          <a:p xmlns:a="http://schemas.openxmlformats.org/drawingml/2006/main">
            <a:pPr marL="254000" indent="-127000">
              <a:spcAft>
                <a:spcPts val="900"/>
              </a:spcAft>
              <a:buChar char="•"/>
            </a:pPr>
            <a:r>
              <a:rPr sz="2025">
                <a:solidFill>
                  <a:srgbClr val="000000"/>
                </a:solidFill>
                <a:latin typeface="Poppins"/>
                <a:ea typeface="Poppins"/>
                <a:cs typeface="Poppins"/>
              </a:rPr>
              <a:t>Does the code meet the requirement?</a:t>
            </a:r>
          </a:p>
          <a:p xmlns:a="http://schemas.openxmlformats.org/drawingml/2006/main">
            <a:pPr marL="254000" indent="-127000">
              <a:spcAft>
                <a:spcPts val="900"/>
              </a:spcAft>
              <a:buChar char="•"/>
            </a:pPr>
            <a:r>
              <a:rPr sz="2025">
                <a:solidFill>
                  <a:srgbClr val="000000"/>
                </a:solidFill>
                <a:latin typeface="Poppins"/>
                <a:ea typeface="Poppins"/>
                <a:cs typeface="Poppins"/>
              </a:rPr>
              <a:t>What data and permissions does it use?</a:t>
            </a:r>
          </a:p>
          <a:p xmlns:a="http://schemas.openxmlformats.org/drawingml/2006/main">
            <a:pPr marL="254000" indent="-127000">
              <a:spcAft>
                <a:spcPts val="900"/>
              </a:spcAft>
              <a:buChar char="•"/>
            </a:pPr>
            <a:r>
              <a:rPr sz="2025">
                <a:solidFill>
                  <a:srgbClr val="000000"/>
                </a:solidFill>
                <a:latin typeface="Poppins"/>
                <a:ea typeface="Poppins"/>
                <a:cs typeface="Poppins"/>
              </a:rPr>
              <a:t>What evidence supports accepting it?</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388657AE-30A1-5A7A-6A7F-315D84436430}" type="slidenum">
              <a:t>9</a:t>
            </a:fld>
            <a:endParaRPr/>
          </a:p>
        </p:txBody>
      </p:sp>
    </p:spTree>
    <p:extLst>
      <p:ext uri="{BB962C8B-B14F-4D97-AF65-F5344CB8AC3E}">
        <p14:creationId xmlns:p14="http://schemas.microsoft.com/office/powerpoint/2010/main" val="5275132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22" name="Google Shape;422;p50">
            <a:extLst xmlns:a="http://schemas.openxmlformats.org/drawingml/2006/main">
              <a:ext uri="{FF2B5EF4-FFF2-40B4-BE49-F238E27FC236}">
                <a16:creationId xmlns:a16="http://schemas.microsoft.com/office/drawing/2014/main" id="{A4C0EBA2-5668-4D81-A4C5-5638DD2E7D17}"/>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1000"/>
              </a:spcAft>
            </a:pPr>
            <a:r>
              <a:rPr sz="2700">
                <a:solidFill>
                  <a:srgbClr val="FFFFFF"/>
                </a:solidFill>
                <a:latin typeface="Poppins SemiBold"/>
                <a:ea typeface="Poppins SemiBold"/>
                <a:cs typeface="Poppins SemiBold"/>
              </a:rPr>
              <a:t>Segment 2</a:t>
            </a:r>
          </a:p>
          <a:p xmlns:a="http://schemas.openxmlformats.org/drawingml/2006/main">
            <a:r>
              <a:rPr sz="1800">
                <a:solidFill>
                  <a:srgbClr val="FFFFFF"/>
                </a:solidFill>
                <a:latin typeface="Poppins"/>
                <a:ea typeface="Poppins"/>
                <a:cs typeface="Poppins"/>
              </a:rPr>
              <a:t>Core features: IDE, Chat, CLI</a:t>
            </a:r>
          </a:p>
        </p:txBody>
      </p:sp>
    </p:spTree>
    <p:extLst>
      <p:ext uri="{BB962C8B-B14F-4D97-AF65-F5344CB8AC3E}">
        <p14:creationId xmlns:p14="http://schemas.microsoft.com/office/powerpoint/2010/main" val="14066836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Choose the smallest useful surface</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Inline: continue a bounded code expression</a:t>
            </a:r>
          </a:p>
          <a:p xmlns:a="http://schemas.openxmlformats.org/drawingml/2006/main">
            <a:pPr marL="254000" indent="-127000">
              <a:spcAft>
                <a:spcPts val="900"/>
              </a:spcAft>
              <a:buChar char="•"/>
            </a:pPr>
            <a:r>
              <a:rPr sz="2025">
                <a:solidFill>
                  <a:srgbClr val="000000"/>
                </a:solidFill>
                <a:latin typeface="Poppins"/>
                <a:ea typeface="Poppins"/>
                <a:cs typeface="Poppins"/>
              </a:rPr>
              <a:t>Chat: explain and compare with context</a:t>
            </a:r>
          </a:p>
          <a:p xmlns:a="http://schemas.openxmlformats.org/drawingml/2006/main">
            <a:pPr marL="254000" indent="-127000">
              <a:spcAft>
                <a:spcPts val="900"/>
              </a:spcAft>
              <a:buChar char="•"/>
            </a:pPr>
            <a:r>
              <a:rPr sz="2025">
                <a:solidFill>
                  <a:srgbClr val="000000"/>
                </a:solidFill>
                <a:latin typeface="Poppins"/>
                <a:ea typeface="Poppins"/>
                <a:cs typeface="Poppins"/>
              </a:rPr>
              <a:t>CLI: work interactively in the terminal</a:t>
            </a:r>
          </a:p>
          <a:p xmlns:a="http://schemas.openxmlformats.org/drawingml/2006/main">
            <a:pPr marL="254000" indent="-127000">
              <a:spcAft>
                <a:spcPts val="900"/>
              </a:spcAft>
              <a:buChar char="•"/>
            </a:pPr>
            <a:r>
              <a:rPr sz="2025">
                <a:solidFill>
                  <a:srgbClr val="000000"/>
                </a:solidFill>
                <a:latin typeface="Poppins"/>
                <a:ea typeface="Poppins"/>
                <a:cs typeface="Poppins"/>
              </a:rPr>
              <a:t>Agent: coordinate edits and tool use</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30394428-F1DC-E5F6-DB0C-7DE31F3D8A23}" type="slidenum">
              <a:t>11</a:t>
            </a:fld>
            <a:endParaRPr/>
          </a:p>
        </p:txBody>
      </p:sp>
    </p:spTree>
    <p:extLst>
      <p:ext uri="{BB962C8B-B14F-4D97-AF65-F5344CB8AC3E}">
        <p14:creationId xmlns:p14="http://schemas.microsoft.com/office/powerpoint/2010/main" val="52751329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One task, two surfaces</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Explain search in src/app.js</a:t>
            </a:r>
          </a:p>
          <a:p xmlns:a="http://schemas.openxmlformats.org/drawingml/2006/main">
            <a:pPr marL="254000" indent="-127000">
              <a:spcAft>
                <a:spcPts val="900"/>
              </a:spcAft>
              <a:buChar char="•"/>
            </a:pPr>
            <a:r>
              <a:rPr sz="2025">
                <a:solidFill>
                  <a:srgbClr val="000000"/>
                </a:solidFill>
                <a:latin typeface="Poppins"/>
                <a:ea typeface="Poppins"/>
                <a:cs typeface="Poppins"/>
              </a:rPr>
              <a:t>Compare Chat and Copilot CLI evidence</a:t>
            </a:r>
          </a:p>
          <a:p xmlns:a="http://schemas.openxmlformats.org/drawingml/2006/main">
            <a:pPr marL="254000" indent="-127000">
              <a:spcAft>
                <a:spcPts val="900"/>
              </a:spcAft>
              <a:buChar char="•"/>
            </a:pPr>
            <a:r>
              <a:rPr sz="2025">
                <a:solidFill>
                  <a:srgbClr val="000000"/>
                </a:solidFill>
                <a:latin typeface="Poppins"/>
                <a:ea typeface="Poppins"/>
                <a:cs typeface="Poppins"/>
              </a:rPr>
              <a:t>Preserve the menu and tips.json contract</a:t>
            </a:r>
          </a:p>
          <a:p xmlns:a="http://schemas.openxmlformats.org/drawingml/2006/main">
            <a:pPr marL="254000" indent="-127000">
              <a:spcAft>
                <a:spcPts val="900"/>
              </a:spcAft>
              <a:buChar char="•"/>
            </a:pPr>
            <a:r>
              <a:rPr sz="2025">
                <a:solidFill>
                  <a:srgbClr val="000000"/>
                </a:solidFill>
                <a:latin typeface="Poppins"/>
                <a:ea typeface="Poppins"/>
                <a:cs typeface="Poppins"/>
              </a:rPr>
              <a:t>Verify mixed-case and no-match behavior</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4DB16885-0D3F-A391-B669-3211DB3B26E8}" type="slidenum">
              <a:t>12</a:t>
            </a:fld>
            <a:endParaRPr/>
          </a:p>
        </p:txBody>
      </p:sp>
    </p:spTree>
    <p:extLst>
      <p:ext uri="{BB962C8B-B14F-4D97-AF65-F5344CB8AC3E}">
        <p14:creationId xmlns:p14="http://schemas.microsoft.com/office/powerpoint/2010/main" val="5275132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Make useful guidance reusable</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Instructions: project conventions</a:t>
            </a:r>
          </a:p>
          <a:p xmlns:a="http://schemas.openxmlformats.org/drawingml/2006/main">
            <a:pPr marL="254000" indent="-127000">
              <a:spcAft>
                <a:spcPts val="900"/>
              </a:spcAft>
              <a:buChar char="•"/>
            </a:pPr>
            <a:r>
              <a:rPr sz="2025">
                <a:solidFill>
                  <a:srgbClr val="000000"/>
                </a:solidFill>
                <a:latin typeface="Poppins"/>
                <a:ea typeface="Poppins"/>
                <a:cs typeface="Poppins"/>
              </a:rPr>
              <a:t>Prompt files: a task you invoke</a:t>
            </a:r>
          </a:p>
          <a:p xmlns:a="http://schemas.openxmlformats.org/drawingml/2006/main">
            <a:pPr marL="254000" indent="-127000">
              <a:spcAft>
                <a:spcPts val="900"/>
              </a:spcAft>
              <a:buChar char="•"/>
            </a:pPr>
            <a:r>
              <a:rPr sz="2025">
                <a:solidFill>
                  <a:srgbClr val="000000"/>
                </a:solidFill>
                <a:latin typeface="Poppins"/>
                <a:ea typeface="Poppins"/>
                <a:cs typeface="Poppins"/>
              </a:rPr>
              <a:t>Custom agents: a focused role and tools</a:t>
            </a:r>
          </a:p>
          <a:p xmlns:a="http://schemas.openxmlformats.org/drawingml/2006/main">
            <a:pPr marL="254000" indent="-127000">
              <a:spcAft>
                <a:spcPts val="900"/>
              </a:spcAft>
              <a:buChar char="•"/>
            </a:pPr>
            <a:r>
              <a:rPr sz="2025">
                <a:solidFill>
                  <a:srgbClr val="000000"/>
                </a:solidFill>
                <a:latin typeface="Poppins"/>
                <a:ea typeface="Poppins"/>
                <a:cs typeface="Poppins"/>
              </a:rPr>
              <a:t>Skills: procedures and supporting resources</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2DD23107-4986-8758-3A93-3D74F35908CC}" type="slidenum">
              <a:t>13</a:t>
            </a:fld>
            <a:endParaRPr/>
          </a:p>
        </p:txBody>
      </p:sp>
    </p:spTree>
    <p:extLst>
      <p:ext uri="{BB962C8B-B14F-4D97-AF65-F5344CB8AC3E}">
        <p14:creationId xmlns:p14="http://schemas.microsoft.com/office/powerpoint/2010/main" val="5275132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22" name="Google Shape;422;p50">
            <a:extLst xmlns:a="http://schemas.openxmlformats.org/drawingml/2006/main">
              <a:ext uri="{FF2B5EF4-FFF2-40B4-BE49-F238E27FC236}">
                <a16:creationId xmlns:a16="http://schemas.microsoft.com/office/drawing/2014/main" id="{A4C0EBA2-5668-4D81-A4C5-5638DD2E7D17}"/>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1000"/>
              </a:spcAft>
            </a:pPr>
            <a:r>
              <a:rPr sz="2700">
                <a:solidFill>
                  <a:srgbClr val="FFFFFF"/>
                </a:solidFill>
                <a:latin typeface="Poppins SemiBold"/>
                <a:ea typeface="Poppins SemiBold"/>
                <a:cs typeface="Poppins SemiBold"/>
              </a:rPr>
              <a:t>Segment 3</a:t>
            </a:r>
          </a:p>
          <a:p xmlns:a="http://schemas.openxmlformats.org/drawingml/2006/main">
            <a:r>
              <a:rPr sz="1800">
                <a:solidFill>
                  <a:srgbClr val="FFFFFF"/>
                </a:solidFill>
                <a:latin typeface="Poppins"/>
                <a:ea typeface="Poppins"/>
                <a:cs typeface="Poppins"/>
              </a:rPr>
              <a:t>Data, agents, MCP, and context</a:t>
            </a:r>
          </a:p>
        </p:txBody>
      </p:sp>
    </p:spTree>
    <p:extLst>
      <p:ext uri="{BB962C8B-B14F-4D97-AF65-F5344CB8AC3E}">
        <p14:creationId xmlns:p14="http://schemas.microsoft.com/office/powerpoint/2010/main" val="140668365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Follow the context</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Request + selected files + relevant history</a:t>
            </a:r>
          </a:p>
          <a:p xmlns:a="http://schemas.openxmlformats.org/drawingml/2006/main">
            <a:pPr marL="254000" indent="-127000">
              <a:spcAft>
                <a:spcPts val="900"/>
              </a:spcAft>
              <a:buChar char="•"/>
            </a:pPr>
            <a:r>
              <a:rPr sz="2025">
                <a:solidFill>
                  <a:srgbClr val="000000"/>
                </a:solidFill>
                <a:latin typeface="Poppins"/>
                <a:ea typeface="Poppins"/>
                <a:cs typeface="Poppins"/>
              </a:rPr>
              <a:t>Retrieval and tool results, when available</a:t>
            </a:r>
          </a:p>
          <a:p xmlns:a="http://schemas.openxmlformats.org/drawingml/2006/main">
            <a:pPr marL="254000" indent="-127000">
              <a:spcAft>
                <a:spcPts val="900"/>
              </a:spcAft>
              <a:buChar char="•"/>
            </a:pPr>
            <a:r>
              <a:rPr sz="2025">
                <a:solidFill>
                  <a:srgbClr val="000000"/>
                </a:solidFill>
                <a:latin typeface="Poppins"/>
                <a:ea typeface="Poppins"/>
                <a:cs typeface="Poppins"/>
              </a:rPr>
              <a:t>Prompt construction and model processing</a:t>
            </a:r>
          </a:p>
          <a:p xmlns:a="http://schemas.openxmlformats.org/drawingml/2006/main">
            <a:pPr marL="254000" indent="-127000">
              <a:spcAft>
                <a:spcPts val="900"/>
              </a:spcAft>
              <a:buChar char="•"/>
            </a:pPr>
            <a:r>
              <a:rPr sz="2025">
                <a:solidFill>
                  <a:srgbClr val="000000"/>
                </a:solidFill>
                <a:latin typeface="Poppins"/>
                <a:ea typeface="Poppins"/>
                <a:cs typeface="Poppins"/>
              </a:rPr>
              <a:t>Applicable filtering, then human review</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EA83FA91-883A-0168-8075-96CEB9DCA3C2}" type="slidenum">
              <a:t>15</a:t>
            </a:fld>
            <a:endParaRPr/>
          </a:p>
        </p:txBody>
      </p:sp>
    </p:spTree>
    <p:extLst>
      <p:ext uri="{BB962C8B-B14F-4D97-AF65-F5344CB8AC3E}">
        <p14:creationId xmlns:p14="http://schemas.microsoft.com/office/powerpoint/2010/main" val="52751329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Better context narrows the task</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Goal: improve WoodGrove's tip search</a:t>
            </a:r>
          </a:p>
          <a:p xmlns:a="http://schemas.openxmlformats.org/drawingml/2006/main">
            <a:pPr marL="254000" indent="-127000">
              <a:spcAft>
                <a:spcPts val="900"/>
              </a:spcAft>
              <a:buChar char="•"/>
            </a:pPr>
            <a:r>
              <a:rPr sz="2025">
                <a:solidFill>
                  <a:srgbClr val="000000"/>
                </a:solidFill>
                <a:latin typeface="Poppins"/>
                <a:ea typeface="Poppins"/>
                <a:cs typeface="Poppins"/>
              </a:rPr>
              <a:t>Context: app.js and tips.json</a:t>
            </a:r>
          </a:p>
          <a:p xmlns:a="http://schemas.openxmlformats.org/drawingml/2006/main">
            <a:pPr marL="254000" indent="-127000">
              <a:spcAft>
                <a:spcPts val="900"/>
              </a:spcAft>
              <a:buChar char="•"/>
            </a:pPr>
            <a:r>
              <a:rPr sz="2025">
                <a:solidFill>
                  <a:srgbClr val="000000"/>
                </a:solidFill>
                <a:latin typeface="Poppins"/>
                <a:ea typeface="Poppins"/>
                <a:cs typeface="Poppins"/>
              </a:rPr>
              <a:t>Constraint: preserve menu and schema</a:t>
            </a:r>
          </a:p>
          <a:p xmlns:a="http://schemas.openxmlformats.org/drawingml/2006/main">
            <a:pPr marL="254000" indent="-127000">
              <a:spcAft>
                <a:spcPts val="900"/>
              </a:spcAft>
              <a:buChar char="•"/>
            </a:pPr>
            <a:r>
              <a:rPr sz="2025">
                <a:solidFill>
                  <a:srgbClr val="000000"/>
                </a:solidFill>
                <a:latin typeface="Poppins"/>
                <a:ea typeface="Poppins"/>
                <a:cs typeface="Poppins"/>
              </a:rPr>
              <a:t>Evidence: focused diff and behavior checks</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DC9C7607-4BA3-B4DC-A00F-2E67A9FCFF7E}" type="slidenum">
              <a:t>16</a:t>
            </a:fld>
            <a:endParaRPr/>
          </a:p>
        </p:txBody>
      </p:sp>
    </p:spTree>
    <p:extLst>
      <p:ext uri="{BB962C8B-B14F-4D97-AF65-F5344CB8AC3E}">
        <p14:creationId xmlns:p14="http://schemas.microsoft.com/office/powerpoint/2010/main" val="52751329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Plan, act, verify</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Plan: scope, dependencies, acceptance checks</a:t>
            </a:r>
          </a:p>
          <a:p xmlns:a="http://schemas.openxmlformats.org/drawingml/2006/main">
            <a:pPr marL="254000" indent="-127000">
              <a:spcAft>
                <a:spcPts val="900"/>
              </a:spcAft>
              <a:buChar char="•"/>
            </a:pPr>
            <a:r>
              <a:rPr sz="2025">
                <a:solidFill>
                  <a:srgbClr val="000000"/>
                </a:solidFill>
                <a:latin typeface="Poppins"/>
                <a:ea typeface="Poppins"/>
                <a:cs typeface="Poppins"/>
              </a:rPr>
              <a:t>Act: bounded edits and permitted tools</a:t>
            </a:r>
          </a:p>
          <a:p xmlns:a="http://schemas.openxmlformats.org/drawingml/2006/main">
            <a:pPr marL="254000" indent="-127000">
              <a:spcAft>
                <a:spcPts val="900"/>
              </a:spcAft>
              <a:buChar char="•"/>
            </a:pPr>
            <a:r>
              <a:rPr sz="2025">
                <a:solidFill>
                  <a:srgbClr val="000000"/>
                </a:solidFill>
                <a:latin typeface="Poppins"/>
                <a:ea typeface="Poppins"/>
                <a:cs typeface="Poppins"/>
              </a:rPr>
              <a:t>Verify: tests, diff, unresolved assumptions</a:t>
            </a:r>
          </a:p>
          <a:p xmlns:a="http://schemas.openxmlformats.org/drawingml/2006/main">
            <a:pPr marL="254000" indent="-127000">
              <a:spcAft>
                <a:spcPts val="900"/>
              </a:spcAft>
              <a:buChar char="•"/>
            </a:pPr>
            <a:r>
              <a:rPr sz="2025">
                <a:solidFill>
                  <a:srgbClr val="000000"/>
                </a:solidFill>
                <a:latin typeface="Poppins"/>
                <a:ea typeface="Poppins"/>
                <a:cs typeface="Poppins"/>
              </a:rPr>
              <a:t>Review: a person owns the release decision</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90F7333B-44AC-F7E9-D49D-FE92F45E0477}" type="slidenum">
              <a:t>17</a:t>
            </a:fld>
            <a:endParaRPr/>
          </a:p>
        </p:txBody>
      </p:sp>
    </p:spTree>
    <p:extLst>
      <p:ext uri="{BB962C8B-B14F-4D97-AF65-F5344CB8AC3E}">
        <p14:creationId xmlns:p14="http://schemas.microsoft.com/office/powerpoint/2010/main" val="52751329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A session is a unit of work</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Session: its own history and context</a:t>
            </a:r>
          </a:p>
          <a:p xmlns:a="http://schemas.openxmlformats.org/drawingml/2006/main">
            <a:pPr marL="254000" indent="-127000">
              <a:spcAft>
                <a:spcPts val="900"/>
              </a:spcAft>
              <a:buChar char="•"/>
            </a:pPr>
            <a:r>
              <a:rPr sz="2025">
                <a:solidFill>
                  <a:srgbClr val="000000"/>
                </a:solidFill>
                <a:latin typeface="Poppins"/>
                <a:ea typeface="Poppins"/>
                <a:cs typeface="Poppins"/>
              </a:rPr>
              <a:t>Handoff: inspect the continuation session</a:t>
            </a:r>
          </a:p>
          <a:p xmlns:a="http://schemas.openxmlformats.org/drawingml/2006/main">
            <a:pPr marL="254000" indent="-127000">
              <a:spcAft>
                <a:spcPts val="900"/>
              </a:spcAft>
              <a:buChar char="•"/>
            </a:pPr>
            <a:r>
              <a:rPr sz="2025">
                <a:solidFill>
                  <a:srgbClr val="000000"/>
                </a:solidFill>
                <a:latin typeface="Poppins"/>
                <a:ea typeface="Poppins"/>
                <a:cs typeface="Poppins"/>
              </a:rPr>
              <a:t>Subagent: delegated context, result returned</a:t>
            </a:r>
          </a:p>
          <a:p xmlns:a="http://schemas.openxmlformats.org/drawingml/2006/main">
            <a:pPr marL="254000" indent="-127000">
              <a:spcAft>
                <a:spcPts val="900"/>
              </a:spcAft>
              <a:buChar char="•"/>
            </a:pPr>
            <a:r>
              <a:rPr sz="2025">
                <a:solidFill>
                  <a:srgbClr val="000000"/>
                </a:solidFill>
                <a:latin typeface="Poppins"/>
                <a:ea typeface="Poppins"/>
                <a:cs typeface="Poppins"/>
              </a:rPr>
              <a:t>Shared checkout: shared files can still conflict</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B1C6C81E-38B9-7560-621D-5A151A79DF9B}" type="slidenum">
              <a:t>18</a:t>
            </a:fld>
            <a:endParaRPr/>
          </a:p>
        </p:txBody>
      </p:sp>
    </p:spTree>
    <p:extLst>
      <p:ext uri="{BB962C8B-B14F-4D97-AF65-F5344CB8AC3E}">
        <p14:creationId xmlns:p14="http://schemas.microsoft.com/office/powerpoint/2010/main" val="52751329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MCP adds a source or tool</a:t>
            </a:r>
          </a:p>
          <a:p xmlns:a="http://schemas.openxmlformats.org/drawingml/2006/main">
            <a:r>
              <a:rPr sz="1350">
                <a:solidFill>
                  <a:srgbClr val="666666"/>
                </a:solidFill>
                <a:latin typeface="Poppins"/>
                <a:ea typeface="Poppins"/>
                <a:cs typeface="Poppins"/>
              </a:rPr>
              <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Inspect the server and its permissions</a:t>
            </a:r>
          </a:p>
          <a:p xmlns:a="http://schemas.openxmlformats.org/drawingml/2006/main">
            <a:pPr marL="254000" indent="-127000">
              <a:spcAft>
                <a:spcPts val="900"/>
              </a:spcAft>
              <a:buChar char="•"/>
            </a:pPr>
            <a:r>
              <a:rPr sz="2025">
                <a:solidFill>
                  <a:srgbClr val="000000"/>
                </a:solidFill>
                <a:latin typeface="Poppins"/>
                <a:ea typeface="Poppins"/>
                <a:cs typeface="Poppins"/>
              </a:rPr>
              <a:t>Retrieve a current primary source</a:t>
            </a:r>
          </a:p>
          <a:p xmlns:a="http://schemas.openxmlformats.org/drawingml/2006/main">
            <a:pPr marL="254000" indent="-127000">
              <a:spcAft>
                <a:spcPts val="900"/>
              </a:spcAft>
              <a:buChar char="•"/>
            </a:pPr>
            <a:r>
              <a:rPr sz="2025">
                <a:solidFill>
                  <a:srgbClr val="000000"/>
                </a:solidFill>
                <a:latin typeface="Poppins"/>
                <a:ea typeface="Poppins"/>
                <a:cs typeface="Poppins"/>
              </a:rPr>
              <a:t>Use the evidence for one bounded decision</a:t>
            </a:r>
          </a:p>
          <a:p xmlns:a="http://schemas.openxmlformats.org/drawingml/2006/main">
            <a:pPr marL="254000" indent="-127000">
              <a:spcAft>
                <a:spcPts val="900"/>
              </a:spcAft>
              <a:buChar char="•"/>
            </a:pPr>
            <a:r>
              <a:rPr sz="2025">
                <a:solidFill>
                  <a:srgbClr val="000000"/>
                </a:solidFill>
                <a:latin typeface="Poppins"/>
                <a:ea typeface="Poppins"/>
                <a:cs typeface="Poppins"/>
              </a:rPr>
              <a:t>Verify the result and its limitations</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CCF91274-D221-1BB4-3BF9-836E3AD31EBE}" type="slidenum">
              <a:t>19</a:t>
            </a:fld>
            <a:endParaRPr/>
          </a:p>
        </p:txBody>
      </p:sp>
    </p:spTree>
    <p:extLst>
      <p:ext uri="{BB962C8B-B14F-4D97-AF65-F5344CB8AC3E}">
        <p14:creationId xmlns:p14="http://schemas.microsoft.com/office/powerpoint/2010/main" val="52751329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22" name="Google Shape;422;p50">
            <a:extLst xmlns:a="http://schemas.openxmlformats.org/drawingml/2006/main">
              <a:ext uri="{FF2B5EF4-FFF2-40B4-BE49-F238E27FC236}">
                <a16:creationId xmlns:a16="http://schemas.microsoft.com/office/drawing/2014/main" id="{A4C0EBA2-5668-4D81-A4C5-5638DD2E7D17}"/>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1000"/>
              </a:spcAft>
            </a:pPr>
            <a:r>
              <a:rPr sz="2700">
                <a:solidFill>
                  <a:srgbClr val="FFFFFF"/>
                </a:solidFill>
                <a:latin typeface="Poppins SemiBold"/>
                <a:ea typeface="Poppins SemiBold"/>
                <a:cs typeface="Poppins SemiBold"/>
              </a:rPr>
              <a:t>Segment 4</a:t>
            </a:r>
          </a:p>
          <a:p xmlns:a="http://schemas.openxmlformats.org/drawingml/2006/main">
            <a:r>
              <a:rPr sz="1800">
                <a:solidFill>
                  <a:srgbClr val="FFFFFF"/>
                </a:solidFill>
                <a:latin typeface="Poppins"/>
                <a:ea typeface="Poppins"/>
                <a:cs typeface="Poppins"/>
              </a:rPr>
              <a:t>Privacy, governance, productivity, and exam practice</a:t>
            </a:r>
          </a:p>
        </p:txBody>
      </p:sp>
    </p:spTree>
    <p:extLst>
      <p:ext uri="{BB962C8B-B14F-4D97-AF65-F5344CB8AC3E}">
        <p14:creationId xmlns:p14="http://schemas.microsoft.com/office/powerpoint/2010/main" val="140668365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Tests should challenge the proposal</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Start with the actual requirement</a:t>
            </a:r>
          </a:p>
          <a:p xmlns:a="http://schemas.openxmlformats.org/drawingml/2006/main">
            <a:pPr marL="254000" indent="-127000">
              <a:spcAft>
                <a:spcPts val="900"/>
              </a:spcAft>
              <a:buChar char="•"/>
            </a:pPr>
            <a:r>
              <a:rPr sz="2025">
                <a:solidFill>
                  <a:srgbClr val="000000"/>
                </a:solidFill>
                <a:latin typeface="Poppins"/>
                <a:ea typeface="Poppins"/>
                <a:cs typeface="Poppins"/>
              </a:rPr>
              <a:t>Cover meaningful failure and boundary cases</a:t>
            </a:r>
          </a:p>
          <a:p xmlns:a="http://schemas.openxmlformats.org/drawingml/2006/main">
            <a:pPr marL="254000" indent="-127000">
              <a:spcAft>
                <a:spcPts val="900"/>
              </a:spcAft>
              <a:buChar char="•"/>
            </a:pPr>
            <a:r>
              <a:rPr sz="2025">
                <a:solidFill>
                  <a:srgbClr val="000000"/>
                </a:solidFill>
                <a:latin typeface="Poppins"/>
                <a:ea typeface="Poppins"/>
                <a:cs typeface="Poppins"/>
              </a:rPr>
              <a:t>Inspect assertions, not just passing status</a:t>
            </a:r>
          </a:p>
          <a:p xmlns:a="http://schemas.openxmlformats.org/drawingml/2006/main">
            <a:pPr marL="254000" indent="-127000">
              <a:spcAft>
                <a:spcPts val="900"/>
              </a:spcAft>
              <a:buChar char="•"/>
            </a:pPr>
            <a:r>
              <a:rPr sz="2025">
                <a:solidFill>
                  <a:srgbClr val="000000"/>
                </a:solidFill>
                <a:latin typeface="Poppins"/>
                <a:ea typeface="Poppins"/>
                <a:cs typeface="Poppins"/>
              </a:rPr>
              <a:t>Review what the tests cannot establish</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F6DF2BE2-2DFA-1C03-677D-BDC2260D6D92}" type="slidenum">
              <a:t>21</a:t>
            </a:fld>
            <a:endParaRPr/>
          </a:p>
        </p:txBody>
      </p:sp>
    </p:spTree>
    <p:extLst>
      <p:ext uri="{BB962C8B-B14F-4D97-AF65-F5344CB8AC3E}">
        <p14:creationId xmlns:p14="http://schemas.microsoft.com/office/powerpoint/2010/main" val="52751329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Match the safeguard to the risk</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Sensitive context: supported exclusions</a:t>
            </a:r>
          </a:p>
          <a:p xmlns:a="http://schemas.openxmlformats.org/drawingml/2006/main">
            <a:pPr marL="254000" indent="-127000">
              <a:spcAft>
                <a:spcPts val="900"/>
              </a:spcAft>
              <a:buChar char="•"/>
            </a:pPr>
            <a:r>
              <a:rPr sz="2025">
                <a:solidFill>
                  <a:srgbClr val="000000"/>
                </a:solidFill>
                <a:latin typeface="Poppins"/>
                <a:ea typeface="Poppins"/>
                <a:cs typeface="Poppins"/>
              </a:rPr>
              <a:t>Matching public code: the matching setting</a:t>
            </a:r>
          </a:p>
          <a:p xmlns:a="http://schemas.openxmlformats.org/drawingml/2006/main">
            <a:pPr marL="254000" indent="-127000">
              <a:spcAft>
                <a:spcPts val="900"/>
              </a:spcAft>
              <a:buChar char="•"/>
            </a:pPr>
            <a:r>
              <a:rPr sz="2025">
                <a:solidFill>
                  <a:srgbClr val="000000"/>
                </a:solidFill>
                <a:latin typeface="Poppins"/>
                <a:ea typeface="Poppins"/>
                <a:cs typeface="Poppins"/>
              </a:rPr>
              <a:t>Execution: trust, approvals, supported policy</a:t>
            </a:r>
          </a:p>
          <a:p xmlns:a="http://schemas.openxmlformats.org/drawingml/2006/main">
            <a:pPr marL="254000" indent="-127000">
              <a:spcAft>
                <a:spcPts val="900"/>
              </a:spcAft>
              <a:buChar char="•"/>
            </a:pPr>
            <a:r>
              <a:rPr sz="2025">
                <a:solidFill>
                  <a:srgbClr val="000000"/>
                </a:solidFill>
                <a:latin typeface="Poppins"/>
                <a:ea typeface="Poppins"/>
                <a:cs typeface="Poppins"/>
              </a:rPr>
              <a:t>Faulty behavior: tests and human review</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0BB18BA8-60F4-C50D-CD9B-1BB87D3E8506}" type="slidenum">
              <a:t>22</a:t>
            </a:fld>
            <a:endParaRPr/>
          </a:p>
        </p:txBody>
      </p:sp>
    </p:spTree>
    <p:extLst>
      <p:ext uri="{BB962C8B-B14F-4D97-AF65-F5344CB8AC3E}">
        <p14:creationId xmlns:p14="http://schemas.microsoft.com/office/powerpoint/2010/main" val="5275132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Hooks: execute code at an event</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PreToolUse receives a JSON event</a:t>
            </a:r>
          </a:p>
          <a:p xmlns:a="http://schemas.openxmlformats.org/drawingml/2006/main">
            <a:pPr marL="254000" indent="-127000">
              <a:spcAft>
                <a:spcPts val="900"/>
              </a:spcAft>
              <a:buChar char="•"/>
            </a:pPr>
            <a:r>
              <a:rPr sz="2025">
                <a:solidFill>
                  <a:srgbClr val="000000"/>
                </a:solidFill>
                <a:latin typeface="Poppins"/>
                <a:ea typeface="Poppins"/>
                <a:cs typeface="Poppins"/>
              </a:rPr>
              <a:t>Log selected metadata, not sensitive inputs</a:t>
            </a:r>
          </a:p>
          <a:p xmlns:a="http://schemas.openxmlformats.org/drawingml/2006/main">
            <a:pPr marL="254000" indent="-127000">
              <a:spcAft>
                <a:spcPts val="900"/>
              </a:spcAft>
              <a:buChar char="•"/>
            </a:pPr>
            <a:r>
              <a:rPr sz="2025">
                <a:solidFill>
                  <a:srgbClr val="000000"/>
                </a:solidFill>
                <a:latin typeface="Poppins"/>
                <a:ea typeface="Poppins"/>
                <a:cs typeface="Poppins"/>
              </a:rPr>
              <a:t>Return {} to preserve normal approvals</a:t>
            </a:r>
          </a:p>
          <a:p xmlns:a="http://schemas.openxmlformats.org/drawingml/2006/main">
            <a:pPr marL="254000" indent="-127000">
              <a:spcAft>
                <a:spcPts val="900"/>
              </a:spcAft>
              <a:buChar char="•"/>
            </a:pPr>
            <a:r>
              <a:rPr sz="2025">
                <a:solidFill>
                  <a:srgbClr val="000000"/>
                </a:solidFill>
                <a:latin typeface="Poppins"/>
                <a:ea typeface="Poppins"/>
                <a:cs typeface="Poppins"/>
              </a:rPr>
              <a:t>A writable hook is not enterprise enforcement</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A4E99CEF-AF55-BA3C-ADF8-4E52E186DD8F}" type="slidenum">
              <a:t>23</a:t>
            </a:fld>
            <a:endParaRPr/>
          </a:p>
        </p:txBody>
      </p:sp>
    </p:spTree>
    <p:extLst>
      <p:ext uri="{BB962C8B-B14F-4D97-AF65-F5344CB8AC3E}">
        <p14:creationId xmlns:p14="http://schemas.microsoft.com/office/powerpoint/2010/main" val="52751329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Enterprise policy has another owner</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Designated organization: .github-private repository</a:t>
            </a:r>
          </a:p>
          <a:p xmlns:a="http://schemas.openxmlformats.org/drawingml/2006/main">
            <a:pPr marL="254000" indent="-127000">
              <a:spcAft>
                <a:spcPts val="900"/>
              </a:spcAft>
              <a:buChar char="•"/>
            </a:pPr>
            <a:r>
              <a:rPr sz="2025">
                <a:solidFill>
                  <a:srgbClr val="000000"/>
                </a:solidFill>
                <a:latin typeface="Poppins"/>
                <a:ea typeface="Poppins"/>
                <a:cs typeface="Poppins"/>
              </a:rPr>
              <a:t>copilot/managed-settings.json on default branch</a:t>
            </a:r>
          </a:p>
          <a:p xmlns:a="http://schemas.openxmlformats.org/drawingml/2006/main">
            <a:pPr marL="254000" indent="-127000">
              <a:spcAft>
                <a:spcPts val="900"/>
              </a:spcAft>
              <a:buChar char="•"/>
            </a:pPr>
            <a:r>
              <a:rPr sz="2025">
                <a:solidFill>
                  <a:srgbClr val="000000"/>
                </a:solidFill>
                <a:latin typeface="Poppins"/>
                <a:ea typeface="Poppins"/>
                <a:cs typeface="Poppins"/>
              </a:rPr>
              <a:t>Start with a supported, observable setting</a:t>
            </a:r>
          </a:p>
          <a:p xmlns:a="http://schemas.openxmlformats.org/drawingml/2006/main">
            <a:pPr marL="254000" indent="-127000">
              <a:spcAft>
                <a:spcPts val="900"/>
              </a:spcAft>
              <a:buChar char="•"/>
            </a:pPr>
            <a:r>
              <a:rPr sz="2025">
                <a:solidFill>
                  <a:srgbClr val="000000"/>
                </a:solidFill>
                <a:latin typeface="Poppins"/>
                <a:ea typeface="Poppins"/>
                <a:cs typeface="Poppins"/>
              </a:rPr>
              <a:t>Verify license context and client behavior</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4A59AF09-D197-0193-A7DE-FAAF0B691058}" type="slidenum">
              <a:t>24</a:t>
            </a:fld>
            <a:endParaRPr/>
          </a:p>
        </p:txBody>
      </p:sp>
    </p:spTree>
    <p:extLst>
      <p:ext uri="{BB962C8B-B14F-4D97-AF65-F5344CB8AC3E}">
        <p14:creationId xmlns:p14="http://schemas.microsoft.com/office/powerpoint/2010/main" val="52751329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Activity is not the outcome</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Synthetic completion acceptance: 240 / 600 = 40%</a:t>
            </a:r>
          </a:p>
          <a:p xmlns:a="http://schemas.openxmlformats.org/drawingml/2006/main">
            <a:pPr marL="254000" indent="-127000">
              <a:spcAft>
                <a:spcPts val="900"/>
              </a:spcAft>
              <a:buChar char="•"/>
            </a:pPr>
            <a:r>
              <a:rPr sz="2025">
                <a:solidFill>
                  <a:srgbClr val="000000"/>
                </a:solidFill>
                <a:latin typeface="Poppins"/>
                <a:ea typeface="Poppins"/>
                <a:cs typeface="Poppins"/>
              </a:rPr>
              <a:t>Peak daily active users: 25</a:t>
            </a:r>
          </a:p>
          <a:p xmlns:a="http://schemas.openxmlformats.org/drawingml/2006/main">
            <a:pPr marL="254000" indent="-127000">
              <a:spcAft>
                <a:spcPts val="900"/>
              </a:spcAft>
              <a:buChar char="•"/>
            </a:pPr>
            <a:r>
              <a:rPr sz="2025">
                <a:solidFill>
                  <a:srgbClr val="000000"/>
                </a:solidFill>
                <a:latin typeface="Poppins"/>
                <a:ea typeface="Poppins"/>
                <a:cs typeface="Poppins"/>
              </a:rPr>
              <a:t>Neither number proves time saved</a:t>
            </a:r>
          </a:p>
          <a:p xmlns:a="http://schemas.openxmlformats.org/drawingml/2006/main">
            <a:pPr marL="254000" indent="-127000">
              <a:spcAft>
                <a:spcPts val="900"/>
              </a:spcAft>
              <a:buChar char="•"/>
            </a:pPr>
            <a:r>
              <a:rPr sz="2025">
                <a:solidFill>
                  <a:srgbClr val="000000"/>
                </a:solidFill>
                <a:latin typeface="Poppins"/>
                <a:ea typeface="Poppins"/>
                <a:cs typeface="Poppins"/>
              </a:rPr>
              <a:t>Measure delivery and quality alongside usage</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F3AE1AE4-D79E-94D6-E825-3FC6C21A77D2}" type="slidenum">
              <a:t>25</a:t>
            </a:fld>
            <a:endParaRPr/>
          </a:p>
        </p:txBody>
      </p:sp>
    </p:spTree>
    <p:extLst>
      <p:ext uri="{BB962C8B-B14F-4D97-AF65-F5344CB8AC3E}">
        <p14:creationId xmlns:p14="http://schemas.microsoft.com/office/powerpoint/2010/main" val="52751329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Mini mock: defend the decision</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Six original questions, one per domain</a:t>
            </a:r>
          </a:p>
          <a:p xmlns:a="http://schemas.openxmlformats.org/drawingml/2006/main">
            <a:pPr marL="254000" indent="-127000">
              <a:spcAft>
                <a:spcPts val="900"/>
              </a:spcAft>
              <a:buChar char="•"/>
            </a:pPr>
            <a:r>
              <a:rPr sz="2025">
                <a:solidFill>
                  <a:srgbClr val="000000"/>
                </a:solidFill>
                <a:latin typeface="Poppins"/>
                <a:ea typeface="Poppins"/>
                <a:cs typeface="Poppins"/>
              </a:rPr>
              <a:t>Choose one answer and explain why</a:t>
            </a:r>
          </a:p>
          <a:p xmlns:a="http://schemas.openxmlformats.org/drawingml/2006/main">
            <a:pPr marL="254000" indent="-127000">
              <a:spcAft>
                <a:spcPts val="900"/>
              </a:spcAft>
              <a:buChar char="•"/>
            </a:pPr>
            <a:r>
              <a:rPr sz="2025">
                <a:solidFill>
                  <a:srgbClr val="000000"/>
                </a:solidFill>
                <a:latin typeface="Poppins"/>
                <a:ea typeface="Poppins"/>
                <a:cs typeface="Poppins"/>
              </a:rPr>
              <a:t>Then explain why each distractor fails</a:t>
            </a:r>
          </a:p>
          <a:p xmlns:a="http://schemas.openxmlformats.org/drawingml/2006/main">
            <a:pPr marL="254000" indent="-127000">
              <a:spcAft>
                <a:spcPts val="900"/>
              </a:spcAft>
              <a:buChar char="•"/>
            </a:pPr>
            <a:r>
              <a:rPr sz="2025">
                <a:solidFill>
                  <a:srgbClr val="000000"/>
                </a:solidFill>
                <a:latin typeface="Poppins"/>
                <a:ea typeface="Poppins"/>
                <a:cs typeface="Poppins"/>
              </a:rPr>
              <a:t>Turn mistakes into a practice task</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5AB55966-FA28-BC73-EA9E-53DF014DF033}" type="slidenum">
              <a:t>26</a:t>
            </a:fld>
            <a:endParaRPr/>
          </a:p>
        </p:txBody>
      </p:sp>
    </p:spTree>
    <p:extLst>
      <p:ext uri="{BB962C8B-B14F-4D97-AF65-F5344CB8AC3E}">
        <p14:creationId xmlns:p14="http://schemas.microsoft.com/office/powerpoint/2010/main" val="52751329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36" name="Google Shape;236;p36">
            <a:extLst xmlns:a="http://schemas.openxmlformats.org/drawingml/2006/main">
              <a:ext uri="{FF2B5EF4-FFF2-40B4-BE49-F238E27FC236}">
                <a16:creationId xmlns:a16="http://schemas.microsoft.com/office/drawing/2014/main" id="{1D1A5CFC-4428-4464-B1F7-1B00071B9904}"/>
              </a:ext>
            </a:extLst>
          </p:cNvPr>
          <p:cNvSpPr>
            <a:spLocks xmlns:a="http://schemas.openxmlformats.org/drawingml/2006/main" noGrp="1"/>
          </p:cNvSpPr>
          <p:nvPr>
            <p:ph type="title" idx="0"/>
          </p:nvPr>
        </p:nvSpPr>
        <p:spPr>
          <a:xfrm xmlns:a="http://schemas.openxmlformats.org/drawingml/2006/main">
            <a:off x="506875" y="310896"/>
            <a:ext cx="8130300" cy="857400"/>
          </a:xfrm>
          <a:prstGeom xmlns:a="http://schemas.openxmlformats.org/drawingml/2006/main" prst="rect">
            <a:avLst/>
          </a:prstGeom>
        </p:spPr>
        <p:txBody>
          <a:bodyPr xmlns:a="http://schemas.openxmlformats.org/drawingml/2006/main" spcFirstLastPara="1" wrap="square" lIns="0" tIns="91425" rIns="0" bIns="0" anchor="t">
            <a:noAutofit/>
          </a:bodyPr>
          <a:lstStyle xmlns:a="http://schemas.openxmlformats.org/drawingml/2006/main"/>
          <a:p xmlns:a="http://schemas.openxmlformats.org/drawingml/2006/main">
            <a:r>
              <a:rPr sz="2100">
                <a:solidFill>
                  <a:srgbClr val="000000"/>
                </a:solidFill>
                <a:latin typeface="Poppins SemiBold"/>
                <a:ea typeface="Poppins SemiBold"/>
                <a:cs typeface="Poppins SemiBold"/>
              </a:rPr>
              <a:t>Tonight: one focused hour</a:t>
            </a:r>
          </a:p>
          <a:p xmlns:a="http://schemas.openxmlformats.org/drawingml/2006/main">
            <a:r>
              <a:rPr sz="1350">
                <a:solidFill>
                  <a:srgbClr val="666666"/>
                </a:solidFill>
                <a:latin typeface="Poppins"/>
                <a:ea typeface="Poppins"/>
                <a:cs typeface="Poppins"/>
              </a:rPr>
              <a:t>Segment 4</a:t>
            </a:r>
          </a:p>
        </p:txBody>
      </p:sp>
      <p:sp>
        <p:nvSpPr>
          <p:cNvPr id="237" name="Google Shape;237;p36">
            <a:extLst xmlns:a="http://schemas.openxmlformats.org/drawingml/2006/main">
              <a:ext uri="{FF2B5EF4-FFF2-40B4-BE49-F238E27FC236}">
                <a16:creationId xmlns:a16="http://schemas.microsoft.com/office/drawing/2014/main" id="{2F8DFD7C-11EF-4987-965B-A7AAE215AD5B}"/>
              </a:ext>
            </a:extLst>
          </p:cNvPr>
          <p:cNvSpPr>
            <a:spLocks xmlns:a="http://schemas.openxmlformats.org/drawingml/2006/main" noGrp="1"/>
          </p:cNvSpPr>
          <p:nvPr>
            <p:ph type="body" idx="1"/>
          </p:nvPr>
        </p:nvSpPr>
        <p:spPr>
          <a:xfrm xmlns:a="http://schemas.openxmlformats.org/drawingml/2006/main">
            <a:off x="506875" y="1878975"/>
            <a:ext cx="8232600" cy="2921700"/>
          </a:xfrm>
          <a:prstGeom xmlns:a="http://schemas.openxmlformats.org/drawingml/2006/main" prst="rect">
            <a:avLst/>
          </a:prstGeom>
        </p:spPr>
        <p:txBody>
          <a:bodyPr xmlns:a="http://schemas.openxmlformats.org/drawingml/2006/main" spcFirstLastPara="1" wrap="square" lIns="0" tIns="0" rIns="182875" bIns="0" anchor="t">
            <a:noAutofit/>
          </a:bodyPr>
          <a:lstStyle xmlns:a="http://schemas.openxmlformats.org/drawingml/2006/main"/>
          <a:p xmlns:a="http://schemas.openxmlformats.org/drawingml/2006/main">
            <a:pPr marL="254000" indent="-127000">
              <a:spcAft>
                <a:spcPts val="900"/>
              </a:spcAft>
              <a:buChar char="•"/>
            </a:pPr>
            <a:r>
              <a:rPr sz="2025">
                <a:solidFill>
                  <a:srgbClr val="000000"/>
                </a:solidFill>
                <a:latin typeface="Poppins"/>
                <a:ea typeface="Poppins"/>
                <a:cs typeface="Poppins"/>
              </a:rPr>
              <a:t>10 min: rate all six domains with evidence</a:t>
            </a:r>
          </a:p>
          <a:p xmlns:a="http://schemas.openxmlformats.org/drawingml/2006/main">
            <a:pPr marL="254000" indent="-127000">
              <a:spcAft>
                <a:spcPts val="900"/>
              </a:spcAft>
              <a:buChar char="•"/>
            </a:pPr>
            <a:r>
              <a:rPr sz="2025">
                <a:solidFill>
                  <a:srgbClr val="000000"/>
                </a:solidFill>
                <a:latin typeface="Poppins"/>
                <a:ea typeface="Poppins"/>
                <a:cs typeface="Poppins"/>
              </a:rPr>
              <a:t>20 min: practice the weakest priority</a:t>
            </a:r>
          </a:p>
          <a:p xmlns:a="http://schemas.openxmlformats.org/drawingml/2006/main">
            <a:pPr marL="254000" indent="-127000">
              <a:spcAft>
                <a:spcPts val="900"/>
              </a:spcAft>
              <a:buChar char="•"/>
            </a:pPr>
            <a:r>
              <a:rPr sz="2025">
                <a:solidFill>
                  <a:srgbClr val="000000"/>
                </a:solidFill>
                <a:latin typeface="Poppins"/>
                <a:ea typeface="Poppins"/>
                <a:cs typeface="Poppins"/>
              </a:rPr>
              <a:t>15 min: questions and distractor explanations</a:t>
            </a:r>
          </a:p>
          <a:p xmlns:a="http://schemas.openxmlformats.org/drawingml/2006/main">
            <a:pPr marL="254000" indent="-127000">
              <a:spcAft>
                <a:spcPts val="900"/>
              </a:spcAft>
              <a:buChar char="•"/>
            </a:pPr>
            <a:r>
              <a:rPr sz="2025">
                <a:solidFill>
                  <a:srgbClr val="000000"/>
                </a:solidFill>
                <a:latin typeface="Poppins"/>
                <a:ea typeface="Poppins"/>
                <a:cs typeface="Poppins"/>
              </a:rPr>
              <a:t>10 min: revisit primary sources</a:t>
            </a:r>
          </a:p>
          <a:p xmlns:a="http://schemas.openxmlformats.org/drawingml/2006/main">
            <a:pPr marL="254000" indent="-127000">
              <a:spcAft>
                <a:spcPts val="900"/>
              </a:spcAft>
              <a:buChar char="•"/>
            </a:pPr>
            <a:r>
              <a:rPr sz="2025">
                <a:solidFill>
                  <a:srgbClr val="000000"/>
                </a:solidFill>
                <a:latin typeface="Poppins"/>
                <a:ea typeface="Poppins"/>
                <a:cs typeface="Poppins"/>
              </a:rPr>
              <a:t>5 min: schedule the next evidence check</a:t>
            </a:r>
          </a:p>
        </p:txBody>
      </p:sp>
      <p:sp>
        <p:nvSpPr>
          <p:cNvPr id="238" name="Google Shape;238;p36">
            <a:extLst xmlns:a="http://schemas.openxmlformats.org/drawingml/2006/main">
              <a:ext uri="{FF2B5EF4-FFF2-40B4-BE49-F238E27FC236}">
                <a16:creationId xmlns:a16="http://schemas.microsoft.com/office/drawing/2014/main" id="{31F9A3F9-CCDA-43FB-82DB-AE7DA73D570A}"/>
              </a:ext>
            </a:extLst>
          </p:cNvPr>
          <p:cNvSpPr>
            <a:spLocks xmlns:a="http://schemas.openxmlformats.org/drawingml/2006/main" noGrp="1"/>
          </p:cNvSpPr>
          <p:nvPr>
            <p:ph type="body" idx="2"/>
          </p:nvPr>
        </p:nvSpPr>
        <p:spPr>
          <a:xfrm xmlns:a="http://schemas.openxmlformats.org/drawingml/2006/main">
            <a:off x="506875" y="4800600"/>
            <a:ext cx="8130300" cy="3429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239" name="Google Shape;239;p36">
            <a:extLst xmlns:a="http://schemas.openxmlformats.org/drawingml/2006/main">
              <a:ext uri="{FF2B5EF4-FFF2-40B4-BE49-F238E27FC236}">
                <a16:creationId xmlns:a16="http://schemas.microsoft.com/office/drawing/2014/main" id="{1B0CD378-0C67-4649-AA08-9994DAE17ECD}"/>
              </a:ext>
            </a:extLst>
          </p:cNvPr>
          <p:cNvSpPr>
            <a:spLocks xmlns:a="http://schemas.openxmlformats.org/drawingml/2006/main" noGrp="1"/>
          </p:cNvSpPr>
          <p:nvPr>
            <p:ph type="sldNum" idx="12"/>
          </p:nvPr>
        </p:nvSpPr>
        <p:spPr>
          <a:xfrm xmlns:a="http://schemas.openxmlformats.org/drawingml/2006/main">
            <a:off x="8739525" y="4930375"/>
            <a:ext cx="404400" cy="2130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fld id="{02F15020-66A7-620A-7B7A-C05C4312DEAE}" type="slidenum">
              <a:t>27</a:t>
            </a:fld>
            <a:endParaRPr/>
          </a:p>
        </p:txBody>
      </p:sp>
    </p:spTree>
    <p:extLst>
      <p:ext uri="{BB962C8B-B14F-4D97-AF65-F5344CB8AC3E}">
        <p14:creationId xmlns:p14="http://schemas.microsoft.com/office/powerpoint/2010/main" val="52751329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22" name="Google Shape;422;p50">
            <a:extLst xmlns:a="http://schemas.openxmlformats.org/drawingml/2006/main">
              <a:ext uri="{FF2B5EF4-FFF2-40B4-BE49-F238E27FC236}">
                <a16:creationId xmlns:a16="http://schemas.microsoft.com/office/drawing/2014/main" id="{A4C0EBA2-5668-4D81-A4C5-5638DD2E7D17}"/>
              </a:ext>
            </a:extLst>
          </p:cNvPr>
          <p:cNvSpPr>
            <a:spLocks xmlns:a="http://schemas.openxmlformats.org/drawingml/2006/main" noGrp="1"/>
          </p:cNvSpPr>
          <p:nvPr>
            <p:ph type="title" idx="0"/>
          </p:nvPr>
        </p:nvSpPr>
        <p:spPr>
          <a:xfrm xmlns:a="http://schemas.openxmlformats.org/drawingml/2006/main">
            <a:off x="506875" y="1878975"/>
            <a:ext cx="8130300" cy="1385700"/>
          </a:xfrm>
          <a:prstGeom xmlns:a="http://schemas.openxmlformats.org/drawingml/2006/main" prst="rect">
            <a:avLst/>
          </a:prstGeom>
        </p:spPr>
        <p:txBody>
          <a:bodyPr xmlns:a="http://schemas.openxmlformats.org/drawingml/2006/main" spcFirstLastPara="1" wrap="square" lIns="0" tIns="0" rIns="0" bIns="0" anchor="t">
            <a:noAutofit/>
          </a:bodyPr>
          <a:lstStyle xmlns:a="http://schemas.openxmlformats.org/drawingml/2006/main"/>
          <a:p xmlns:a="http://schemas.openxmlformats.org/drawingml/2006/main">
            <a:pPr>
              <a:spcAft>
                <a:spcPts val="1000"/>
              </a:spcAft>
            </a:pPr>
            <a:r>
              <a:rPr sz="2700">
                <a:solidFill>
                  <a:srgbClr val="FFFFFF"/>
                </a:solidFill>
                <a:latin typeface="Poppins SemiBold"/>
                <a:ea typeface="Poppins SemiBold"/>
                <a:cs typeface="Poppins SemiBold"/>
              </a:rPr>
              <a:t>Thank you!</a:t>
            </a:r>
          </a:p>
          <a:p xmlns:a="http://schemas.openxmlformats.org/drawingml/2006/main">
            <a:r>
              <a:rPr sz="1800">
                <a:solidFill>
                  <a:srgbClr val="FFFFFF"/>
                </a:solidFill>
                <a:latin typeface="Poppins"/>
                <a:ea typeface="Poppins"/>
                <a:cs typeface="Poppins"/>
              </a:rPr>
              <a:t>TechTrainerTim.com</a:t>
            </a:r>
          </a:p>
        </p:txBody>
      </p:sp>
    </p:spTree>
    <p:extLst>
      <p:ext uri="{BB962C8B-B14F-4D97-AF65-F5344CB8AC3E}">
        <p14:creationId xmlns:p14="http://schemas.microsoft.com/office/powerpoint/2010/main" val="1406683651"/>
      </p:ext>
    </p:extLst>
  </p:cSld>
</p:sld>
</file>

<file path=ppt/theme/theme1.xml><?xml version="1.0" encoding="utf-8"?>
<a:theme xmlns:a="http://schemas.openxmlformats.org/drawingml/2006/main" name="Simple Light">
  <a:themeElements>
    <a:clrScheme name="Simple Light">
      <a:dk1>
        <a:srgbClr val="000000"/>
      </a:dk1>
      <a:lt1>
        <a:srgbClr val="FFFFFF"/>
      </a:lt1>
      <a:dk2>
        <a:srgbClr val="D30020"/>
      </a:dk2>
      <a:lt2>
        <a:srgbClr val="666666"/>
      </a:lt2>
      <a:accent1>
        <a:srgbClr val="EE0000"/>
      </a:accent1>
      <a:accent2>
        <a:srgbClr val="EFCC01"/>
      </a:accent2>
      <a:accent3>
        <a:srgbClr val="8E22A7"/>
      </a:accent3>
      <a:accent4>
        <a:srgbClr val="30F358"/>
      </a:accent4>
      <a:accent5>
        <a:srgbClr val="16DFDA"/>
      </a:accent5>
      <a:accent6>
        <a:srgbClr val="0345FF"/>
      </a:accent6>
      <a:hlink>
        <a:srgbClr val="99999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2026-09-21T01:45:44.2080000Z</dcterms:created>
  <dcterms:modified xsi:type="dcterms:W3CDTF">2026-09-21T01:45:44.2080000Z</dcterms:modified>
</coreProperties>
</file>