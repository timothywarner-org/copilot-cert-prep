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64" r:id="rId5"/>
    <p:sldId id="4954" r:id="rId6"/>
    <p:sldId id="5054" r:id="rId7"/>
    <p:sldId id="2134805738" r:id="rId8"/>
    <p:sldId id="362" r:id="rId9"/>
    <p:sldId id="2134805801" r:id="rId10"/>
    <p:sldId id="2134805735" r:id="rId11"/>
    <p:sldId id="2134805750" r:id="rId12"/>
    <p:sldId id="2134805748" r:id="rId13"/>
    <p:sldId id="2134805749" r:id="rId14"/>
    <p:sldId id="329" r:id="rId15"/>
    <p:sldId id="2134805742" r:id="rId16"/>
    <p:sldId id="2134805747" r:id="rId17"/>
    <p:sldId id="2134805751" r:id="rId18"/>
    <p:sldId id="2134805752" r:id="rId19"/>
    <p:sldId id="2134805746" r:id="rId20"/>
    <p:sldId id="2134805739" r:id="rId2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o Time" id="{E602D9E9-9F57-49C2-88CE-B87157358394}">
          <p14:sldIdLst>
            <p14:sldId id="264"/>
            <p14:sldId id="4954"/>
            <p14:sldId id="5054"/>
            <p14:sldId id="2134805738"/>
            <p14:sldId id="362"/>
            <p14:sldId id="2134805801"/>
            <p14:sldId id="2134805735"/>
            <p14:sldId id="2134805750"/>
            <p14:sldId id="2134805748"/>
            <p14:sldId id="2134805749"/>
            <p14:sldId id="329"/>
            <p14:sldId id="2134805742"/>
            <p14:sldId id="2134805747"/>
            <p14:sldId id="2134805751"/>
            <p14:sldId id="2134805752"/>
            <p14:sldId id="2134805746"/>
            <p14:sldId id="213480573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9" clrIdx="0">
    <p:extLst>
      <p:ext uri="{19B8F6BF-5375-455C-9EA6-DF929625EA0E}">
        <p15:presenceInfo xmlns:p15="http://schemas.microsoft.com/office/powerpoint/2012/main" userId="S::sean.donelson@pearson.com::3e21d0a5-01a9-4113-9b92-c184675e9234" providerId="AD"/>
      </p:ext>
    </p:extLst>
  </p:cmAuthor>
  <p:cmAuthor id="2" name="scsjcain84" initials="sc" lastIdx="2" clrIdx="1">
    <p:extLst>
      <p:ext uri="{19B8F6BF-5375-455C-9EA6-DF929625EA0E}">
        <p15:presenceInfo xmlns:p15="http://schemas.microsoft.com/office/powerpoint/2012/main" userId="S::scsjcain84_gmail.com#ext#@pearsoneducationinc.onmicrosoft.com::4399dd98-ee8b-4212-9001-7919755a326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3D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4C6281-8618-4765-A451-1BAEF77A6B46}" v="58" dt="2023-06-08T12:25:22.989"/>
    <p1510:client id="{F51DDC3B-FF6D-4C58-8CF5-2D71B0C48CF3}" v="9" dt="2023-07-13T11:54:54.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2" autoAdjust="0"/>
    <p:restoredTop sz="93031" autoAdjust="0"/>
  </p:normalViewPr>
  <p:slideViewPr>
    <p:cSldViewPr>
      <p:cViewPr varScale="1">
        <p:scale>
          <a:sx n="207" d="100"/>
          <a:sy n="207" d="100"/>
        </p:scale>
        <p:origin x="436" y="340"/>
      </p:cViewPr>
      <p:guideLst>
        <p:guide orient="horz" pos="1620"/>
        <p:guide pos="2880"/>
      </p:guideLst>
    </p:cSldViewPr>
  </p:slideViewPr>
  <p:notesTextViewPr>
    <p:cViewPr>
      <p:scale>
        <a:sx n="3" d="2"/>
        <a:sy n="3" d="2"/>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153C74-BDE5-40A8-97C9-60F610E3A98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B51ECDE-7F91-41EE-83FF-A5A0B30C64B6}">
      <dgm:prSet custT="1"/>
      <dgm:spPr/>
      <dgm:t>
        <a:bodyPr/>
        <a:lstStyle/>
        <a:p>
          <a:r>
            <a:rPr lang="en-US" sz="1800" dirty="0"/>
            <a:t>Course materials: </a:t>
          </a:r>
          <a:r>
            <a:rPr lang="en-US" sz="1800" b="1" dirty="0">
              <a:solidFill>
                <a:srgbClr val="FFFF00"/>
              </a:solidFill>
            </a:rPr>
            <a:t>go.techtrainertim.com/</a:t>
          </a:r>
          <a:r>
            <a:rPr lang="en-US" sz="1800" b="1" dirty="0" err="1">
              <a:solidFill>
                <a:srgbClr val="FFFF00"/>
              </a:solidFill>
            </a:rPr>
            <a:t>copilotcert</a:t>
          </a:r>
          <a:endParaRPr lang="en-US" sz="1800" dirty="0">
            <a:solidFill>
              <a:srgbClr val="FFFF00"/>
            </a:solidFill>
          </a:endParaRPr>
        </a:p>
      </dgm:t>
    </dgm:pt>
    <dgm:pt modelId="{9C59B82A-49CF-4B0E-B6B5-FF62960F1236}" type="parTrans" cxnId="{374444DA-359A-40BB-AA3C-CB4B23E1DEE6}">
      <dgm:prSet/>
      <dgm:spPr/>
      <dgm:t>
        <a:bodyPr/>
        <a:lstStyle/>
        <a:p>
          <a:endParaRPr lang="en-US"/>
        </a:p>
      </dgm:t>
    </dgm:pt>
    <dgm:pt modelId="{C4705C84-C0A0-43AD-815D-1B5CC937168C}" type="sibTrans" cxnId="{374444DA-359A-40BB-AA3C-CB4B23E1DEE6}">
      <dgm:prSet/>
      <dgm:spPr/>
      <dgm:t>
        <a:bodyPr/>
        <a:lstStyle/>
        <a:p>
          <a:endParaRPr lang="en-US"/>
        </a:p>
      </dgm:t>
    </dgm:pt>
    <dgm:pt modelId="{611853A7-54C7-4654-8593-89A6186AA0E8}">
      <dgm:prSet custT="1"/>
      <dgm:spPr/>
      <dgm:t>
        <a:bodyPr/>
        <a:lstStyle/>
        <a:p>
          <a:r>
            <a:rPr lang="en-US" sz="1800" kern="1200" dirty="0"/>
            <a:t>Contact: </a:t>
          </a:r>
          <a:r>
            <a:rPr lang="en-US" sz="1800" b="1" kern="1200" dirty="0">
              <a:solidFill>
                <a:srgbClr val="FFFF00"/>
              </a:solidFill>
              <a:latin typeface="Calibri"/>
              <a:ea typeface="+mn-ea"/>
              <a:cs typeface="+mn-cs"/>
            </a:rPr>
            <a:t>TechTrainerTim.com</a:t>
          </a:r>
        </a:p>
      </dgm:t>
    </dgm:pt>
    <dgm:pt modelId="{EABA855E-B61A-49A1-A387-C0A792E97BC8}" type="parTrans" cxnId="{C13D4C49-B3A7-481A-ACC0-B2BCF00DBF62}">
      <dgm:prSet/>
      <dgm:spPr/>
      <dgm:t>
        <a:bodyPr/>
        <a:lstStyle/>
        <a:p>
          <a:endParaRPr lang="en-US"/>
        </a:p>
      </dgm:t>
    </dgm:pt>
    <dgm:pt modelId="{5B37FC59-1FCD-48BC-90BC-C855AD8A450C}" type="sibTrans" cxnId="{C13D4C49-B3A7-481A-ACC0-B2BCF00DBF62}">
      <dgm:prSet/>
      <dgm:spPr/>
      <dgm:t>
        <a:bodyPr/>
        <a:lstStyle/>
        <a:p>
          <a:endParaRPr lang="en-US"/>
        </a:p>
      </dgm:t>
    </dgm:pt>
    <dgm:pt modelId="{B0B9912E-BBF7-44D7-A843-499290D132C0}" type="pres">
      <dgm:prSet presAssocID="{9F153C74-BDE5-40A8-97C9-60F610E3A982}" presName="linear" presStyleCnt="0">
        <dgm:presLayoutVars>
          <dgm:dir/>
          <dgm:animLvl val="lvl"/>
          <dgm:resizeHandles val="exact"/>
        </dgm:presLayoutVars>
      </dgm:prSet>
      <dgm:spPr/>
    </dgm:pt>
    <dgm:pt modelId="{8C8EE7C5-2A01-4D7E-B387-AC2AC02D80C6}" type="pres">
      <dgm:prSet presAssocID="{2B51ECDE-7F91-41EE-83FF-A5A0B30C64B6}" presName="parentLin" presStyleCnt="0"/>
      <dgm:spPr/>
    </dgm:pt>
    <dgm:pt modelId="{3260CFAD-EAE8-42F7-A926-28A9A0B80F28}" type="pres">
      <dgm:prSet presAssocID="{2B51ECDE-7F91-41EE-83FF-A5A0B30C64B6}" presName="parentLeftMargin" presStyleLbl="node1" presStyleIdx="0" presStyleCnt="2"/>
      <dgm:spPr/>
    </dgm:pt>
    <dgm:pt modelId="{9D30D2F7-4B33-4D42-A652-B3E840684F23}" type="pres">
      <dgm:prSet presAssocID="{2B51ECDE-7F91-41EE-83FF-A5A0B30C64B6}" presName="parentText" presStyleLbl="node1" presStyleIdx="0" presStyleCnt="2">
        <dgm:presLayoutVars>
          <dgm:chMax val="0"/>
          <dgm:bulletEnabled val="1"/>
        </dgm:presLayoutVars>
      </dgm:prSet>
      <dgm:spPr/>
    </dgm:pt>
    <dgm:pt modelId="{2EC163D8-F551-4A4A-B222-F2F2E6E9426A}" type="pres">
      <dgm:prSet presAssocID="{2B51ECDE-7F91-41EE-83FF-A5A0B30C64B6}" presName="negativeSpace" presStyleCnt="0"/>
      <dgm:spPr/>
    </dgm:pt>
    <dgm:pt modelId="{2418270F-B1F3-42BE-AA03-9D6610EF0D7C}" type="pres">
      <dgm:prSet presAssocID="{2B51ECDE-7F91-41EE-83FF-A5A0B30C64B6}" presName="childText" presStyleLbl="conFgAcc1" presStyleIdx="0" presStyleCnt="2">
        <dgm:presLayoutVars>
          <dgm:bulletEnabled val="1"/>
        </dgm:presLayoutVars>
      </dgm:prSet>
      <dgm:spPr/>
    </dgm:pt>
    <dgm:pt modelId="{BB98CA99-1F97-48A9-A046-D3793DB2EB64}" type="pres">
      <dgm:prSet presAssocID="{C4705C84-C0A0-43AD-815D-1B5CC937168C}" presName="spaceBetweenRectangles" presStyleCnt="0"/>
      <dgm:spPr/>
    </dgm:pt>
    <dgm:pt modelId="{37D73758-DF08-4919-86E7-FBDB09310D85}" type="pres">
      <dgm:prSet presAssocID="{611853A7-54C7-4654-8593-89A6186AA0E8}" presName="parentLin" presStyleCnt="0"/>
      <dgm:spPr/>
    </dgm:pt>
    <dgm:pt modelId="{19A92570-F3E7-46A2-9583-AD53522C3A8A}" type="pres">
      <dgm:prSet presAssocID="{611853A7-54C7-4654-8593-89A6186AA0E8}" presName="parentLeftMargin" presStyleLbl="node1" presStyleIdx="0" presStyleCnt="2"/>
      <dgm:spPr/>
    </dgm:pt>
    <dgm:pt modelId="{A756F9DA-770F-4E71-BA6F-6782027AA6E6}" type="pres">
      <dgm:prSet presAssocID="{611853A7-54C7-4654-8593-89A6186AA0E8}" presName="parentText" presStyleLbl="node1" presStyleIdx="1" presStyleCnt="2">
        <dgm:presLayoutVars>
          <dgm:chMax val="0"/>
          <dgm:bulletEnabled val="1"/>
        </dgm:presLayoutVars>
      </dgm:prSet>
      <dgm:spPr/>
    </dgm:pt>
    <dgm:pt modelId="{7CF59D77-EE5A-4B20-BC63-117C296D3B1A}" type="pres">
      <dgm:prSet presAssocID="{611853A7-54C7-4654-8593-89A6186AA0E8}" presName="negativeSpace" presStyleCnt="0"/>
      <dgm:spPr/>
    </dgm:pt>
    <dgm:pt modelId="{9551A5F1-CFDA-429B-A533-DA941662AD22}" type="pres">
      <dgm:prSet presAssocID="{611853A7-54C7-4654-8593-89A6186AA0E8}" presName="childText" presStyleLbl="conFgAcc1" presStyleIdx="1" presStyleCnt="2">
        <dgm:presLayoutVars>
          <dgm:bulletEnabled val="1"/>
        </dgm:presLayoutVars>
      </dgm:prSet>
      <dgm:spPr/>
    </dgm:pt>
  </dgm:ptLst>
  <dgm:cxnLst>
    <dgm:cxn modelId="{AA11F703-1D2B-4D72-8C08-AD7DE648903A}" type="presOf" srcId="{2B51ECDE-7F91-41EE-83FF-A5A0B30C64B6}" destId="{9D30D2F7-4B33-4D42-A652-B3E840684F23}" srcOrd="1" destOrd="0" presId="urn:microsoft.com/office/officeart/2005/8/layout/list1"/>
    <dgm:cxn modelId="{7937C166-5627-488F-8D4E-0A4A6BDA75BB}" type="presOf" srcId="{9F153C74-BDE5-40A8-97C9-60F610E3A982}" destId="{B0B9912E-BBF7-44D7-A843-499290D132C0}" srcOrd="0" destOrd="0" presId="urn:microsoft.com/office/officeart/2005/8/layout/list1"/>
    <dgm:cxn modelId="{C13D4C49-B3A7-481A-ACC0-B2BCF00DBF62}" srcId="{9F153C74-BDE5-40A8-97C9-60F610E3A982}" destId="{611853A7-54C7-4654-8593-89A6186AA0E8}" srcOrd="1" destOrd="0" parTransId="{EABA855E-B61A-49A1-A387-C0A792E97BC8}" sibTransId="{5B37FC59-1FCD-48BC-90BC-C855AD8A450C}"/>
    <dgm:cxn modelId="{374444DA-359A-40BB-AA3C-CB4B23E1DEE6}" srcId="{9F153C74-BDE5-40A8-97C9-60F610E3A982}" destId="{2B51ECDE-7F91-41EE-83FF-A5A0B30C64B6}" srcOrd="0" destOrd="0" parTransId="{9C59B82A-49CF-4B0E-B6B5-FF62960F1236}" sibTransId="{C4705C84-C0A0-43AD-815D-1B5CC937168C}"/>
    <dgm:cxn modelId="{9DDF81E5-573A-418D-9C37-31992FCA0834}" type="presOf" srcId="{611853A7-54C7-4654-8593-89A6186AA0E8}" destId="{19A92570-F3E7-46A2-9583-AD53522C3A8A}" srcOrd="0" destOrd="0" presId="urn:microsoft.com/office/officeart/2005/8/layout/list1"/>
    <dgm:cxn modelId="{245319ED-D700-40C1-9C3E-555525F6B9BF}" type="presOf" srcId="{2B51ECDE-7F91-41EE-83FF-A5A0B30C64B6}" destId="{3260CFAD-EAE8-42F7-A926-28A9A0B80F28}" srcOrd="0" destOrd="0" presId="urn:microsoft.com/office/officeart/2005/8/layout/list1"/>
    <dgm:cxn modelId="{9475AFFB-1AFE-486C-B012-A3442B977040}" type="presOf" srcId="{611853A7-54C7-4654-8593-89A6186AA0E8}" destId="{A756F9DA-770F-4E71-BA6F-6782027AA6E6}" srcOrd="1" destOrd="0" presId="urn:microsoft.com/office/officeart/2005/8/layout/list1"/>
    <dgm:cxn modelId="{637BB273-A337-423C-9BDA-5AB5F9437376}" type="presParOf" srcId="{B0B9912E-BBF7-44D7-A843-499290D132C0}" destId="{8C8EE7C5-2A01-4D7E-B387-AC2AC02D80C6}" srcOrd="0" destOrd="0" presId="urn:microsoft.com/office/officeart/2005/8/layout/list1"/>
    <dgm:cxn modelId="{99B88204-CDE7-47EF-97C1-5ECBE36AFD5F}" type="presParOf" srcId="{8C8EE7C5-2A01-4D7E-B387-AC2AC02D80C6}" destId="{3260CFAD-EAE8-42F7-A926-28A9A0B80F28}" srcOrd="0" destOrd="0" presId="urn:microsoft.com/office/officeart/2005/8/layout/list1"/>
    <dgm:cxn modelId="{8C6728B6-92C8-4777-B5FC-804935F00280}" type="presParOf" srcId="{8C8EE7C5-2A01-4D7E-B387-AC2AC02D80C6}" destId="{9D30D2F7-4B33-4D42-A652-B3E840684F23}" srcOrd="1" destOrd="0" presId="urn:microsoft.com/office/officeart/2005/8/layout/list1"/>
    <dgm:cxn modelId="{1B6BE77A-6342-4288-ABD4-3823AA37A57F}" type="presParOf" srcId="{B0B9912E-BBF7-44D7-A843-499290D132C0}" destId="{2EC163D8-F551-4A4A-B222-F2F2E6E9426A}" srcOrd="1" destOrd="0" presId="urn:microsoft.com/office/officeart/2005/8/layout/list1"/>
    <dgm:cxn modelId="{7ECB4726-AFA1-44D7-8482-AF6D3E26D484}" type="presParOf" srcId="{B0B9912E-BBF7-44D7-A843-499290D132C0}" destId="{2418270F-B1F3-42BE-AA03-9D6610EF0D7C}" srcOrd="2" destOrd="0" presId="urn:microsoft.com/office/officeart/2005/8/layout/list1"/>
    <dgm:cxn modelId="{C2142FAD-823C-4438-8784-5BA933E9D3AE}" type="presParOf" srcId="{B0B9912E-BBF7-44D7-A843-499290D132C0}" destId="{BB98CA99-1F97-48A9-A046-D3793DB2EB64}" srcOrd="3" destOrd="0" presId="urn:microsoft.com/office/officeart/2005/8/layout/list1"/>
    <dgm:cxn modelId="{ED5A8098-6121-4A1F-8D37-A6A3B3AC5CF4}" type="presParOf" srcId="{B0B9912E-BBF7-44D7-A843-499290D132C0}" destId="{37D73758-DF08-4919-86E7-FBDB09310D85}" srcOrd="4" destOrd="0" presId="urn:microsoft.com/office/officeart/2005/8/layout/list1"/>
    <dgm:cxn modelId="{6429E9F9-5F64-4AD5-B4AB-D7BF994C6560}" type="presParOf" srcId="{37D73758-DF08-4919-86E7-FBDB09310D85}" destId="{19A92570-F3E7-46A2-9583-AD53522C3A8A}" srcOrd="0" destOrd="0" presId="urn:microsoft.com/office/officeart/2005/8/layout/list1"/>
    <dgm:cxn modelId="{0C4B5241-80C9-4503-BC09-848E1448975F}" type="presParOf" srcId="{37D73758-DF08-4919-86E7-FBDB09310D85}" destId="{A756F9DA-770F-4E71-BA6F-6782027AA6E6}" srcOrd="1" destOrd="0" presId="urn:microsoft.com/office/officeart/2005/8/layout/list1"/>
    <dgm:cxn modelId="{15368D64-1F9C-411E-B58E-3710EE230947}" type="presParOf" srcId="{B0B9912E-BBF7-44D7-A843-499290D132C0}" destId="{7CF59D77-EE5A-4B20-BC63-117C296D3B1A}" srcOrd="5" destOrd="0" presId="urn:microsoft.com/office/officeart/2005/8/layout/list1"/>
    <dgm:cxn modelId="{12C2D6AE-FE20-467A-B70A-C90E8E2BD12E}" type="presParOf" srcId="{B0B9912E-BBF7-44D7-A843-499290D132C0}" destId="{9551A5F1-CFDA-429B-A533-DA941662AD2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8270F-B1F3-42BE-AA03-9D6610EF0D7C}">
      <dsp:nvSpPr>
        <dsp:cNvPr id="0" name=""/>
        <dsp:cNvSpPr/>
      </dsp:nvSpPr>
      <dsp:spPr>
        <a:xfrm>
          <a:off x="0" y="452127"/>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30D2F7-4B33-4D42-A652-B3E840684F23}">
      <dsp:nvSpPr>
        <dsp:cNvPr id="0" name=""/>
        <dsp:cNvSpPr/>
      </dsp:nvSpPr>
      <dsp:spPr>
        <a:xfrm>
          <a:off x="332972" y="93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Course materials: </a:t>
          </a:r>
          <a:r>
            <a:rPr lang="en-US" sz="1800" b="1" kern="1200" dirty="0">
              <a:solidFill>
                <a:srgbClr val="FFFF00"/>
              </a:solidFill>
            </a:rPr>
            <a:t>go.techtrainertim.com/</a:t>
          </a:r>
          <a:r>
            <a:rPr lang="en-US" sz="1800" b="1" kern="1200" dirty="0" err="1">
              <a:solidFill>
                <a:srgbClr val="FFFF00"/>
              </a:solidFill>
            </a:rPr>
            <a:t>copilotcert</a:t>
          </a:r>
          <a:endParaRPr lang="en-US" sz="1800" kern="1200" dirty="0">
            <a:solidFill>
              <a:srgbClr val="FFFF00"/>
            </a:solidFill>
          </a:endParaRPr>
        </a:p>
      </dsp:txBody>
      <dsp:txXfrm>
        <a:off x="376203" y="52558"/>
        <a:ext cx="4575154" cy="799138"/>
      </dsp:txXfrm>
    </dsp:sp>
    <dsp:sp modelId="{9551A5F1-CFDA-429B-A533-DA941662AD22}">
      <dsp:nvSpPr>
        <dsp:cNvPr id="0" name=""/>
        <dsp:cNvSpPr/>
      </dsp:nvSpPr>
      <dsp:spPr>
        <a:xfrm>
          <a:off x="0" y="1812928"/>
          <a:ext cx="6659451" cy="75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56F9DA-770F-4E71-BA6F-6782027AA6E6}">
      <dsp:nvSpPr>
        <dsp:cNvPr id="0" name=""/>
        <dsp:cNvSpPr/>
      </dsp:nvSpPr>
      <dsp:spPr>
        <a:xfrm>
          <a:off x="332972" y="1370127"/>
          <a:ext cx="4661616" cy="885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198" tIns="0" rIns="176198" bIns="0" numCol="1" spcCol="1270" anchor="ctr" anchorCtr="0">
          <a:noAutofit/>
        </a:bodyPr>
        <a:lstStyle/>
        <a:p>
          <a:pPr marL="0" lvl="0" indent="0" algn="l" defTabSz="800100">
            <a:lnSpc>
              <a:spcPct val="90000"/>
            </a:lnSpc>
            <a:spcBef>
              <a:spcPct val="0"/>
            </a:spcBef>
            <a:spcAft>
              <a:spcPct val="35000"/>
            </a:spcAft>
            <a:buNone/>
          </a:pPr>
          <a:r>
            <a:rPr lang="en-US" sz="1800" kern="1200" dirty="0"/>
            <a:t>Contact: </a:t>
          </a:r>
          <a:r>
            <a:rPr lang="en-US" sz="1800" b="1" kern="1200" dirty="0">
              <a:solidFill>
                <a:srgbClr val="FFFF00"/>
              </a:solidFill>
              <a:latin typeface="Calibri"/>
              <a:ea typeface="+mn-ea"/>
              <a:cs typeface="+mn-cs"/>
            </a:rPr>
            <a:t>TechTrainerTim.com</a:t>
          </a:r>
        </a:p>
      </dsp:txBody>
      <dsp:txXfrm>
        <a:off x="376203" y="1413358"/>
        <a:ext cx="4575154"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6EFC88-97AF-7E49-90CE-BB6B03BD3161}" type="datetimeFigureOut">
              <a:rPr lang="en-US" smtClean="0"/>
              <a:t>Thu, 5/22/2025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159554-38D3-AB43-BFE6-DF62978A17A1}" type="slidenum">
              <a:rPr lang="en-US" smtClean="0"/>
              <a:t>‹#›</a:t>
            </a:fld>
            <a:endParaRPr lang="en-US"/>
          </a:p>
        </p:txBody>
      </p:sp>
    </p:spTree>
    <p:extLst>
      <p:ext uri="{BB962C8B-B14F-4D97-AF65-F5344CB8AC3E}">
        <p14:creationId xmlns:p14="http://schemas.microsoft.com/office/powerpoint/2010/main" val="1485735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How much flexibility am I allowed with these slide layouts? If you right-click a slide, you can play with layouts, but otherwise, not much flexibility. </a:t>
            </a:r>
          </a:p>
          <a:p>
            <a:pPr marL="228600" indent="-228600">
              <a:buAutoNum type="arabicPeriod"/>
            </a:pPr>
            <a:r>
              <a:rPr lang="en-US"/>
              <a:t>Am I free to add my own graphics, providing MSFT attribution where necessary? When it comes to MS graphics, we're not allowed to use those, so please do not add in graphics unless they are created FROM SCRATCH by you. </a:t>
            </a:r>
            <a:endParaRPr lang="en-US">
              <a:cs typeface="Calibri"/>
            </a:endParaRPr>
          </a:p>
          <a:p>
            <a:pPr marL="228600" indent="-228600">
              <a:buAutoNum type="arabicPeriod"/>
            </a:pPr>
            <a:r>
              <a:rPr lang="en-US"/>
              <a:t>Can I make the font a bit smaller? Some of the objectives are verbose and I don’t want to crowd the skills? Yes, I do this, too, when I review the slides because sometimes the default size just won't work.</a:t>
            </a:r>
            <a:endParaRPr lang="en-US">
              <a:cs typeface="Calibri"/>
            </a:endParaRPr>
          </a:p>
          <a:p>
            <a:pPr marL="228600" indent="-228600">
              <a:buAutoNum type="arabicPeriod"/>
            </a:pPr>
            <a:r>
              <a:rPr lang="en-US"/>
              <a:t>Do the bullet points here need to be word-for-word from the outline or can I condense? We prefer word-for-word, but some of the sub-lesson titles are super long. Use your discretion, and we can address case-by-case during the review of each lesson's slides.</a:t>
            </a:r>
            <a:endParaRPr lang="en-US">
              <a:cs typeface="Calibri"/>
            </a:endParaRPr>
          </a:p>
        </p:txBody>
      </p:sp>
      <p:sp>
        <p:nvSpPr>
          <p:cNvPr id="4" name="Slide Number Placeholder 3"/>
          <p:cNvSpPr>
            <a:spLocks noGrp="1"/>
          </p:cNvSpPr>
          <p:nvPr>
            <p:ph type="sldNum" sz="quarter" idx="10"/>
          </p:nvPr>
        </p:nvSpPr>
        <p:spPr/>
        <p:txBody>
          <a:bodyPr/>
          <a:lstStyle/>
          <a:p>
            <a:fld id="{27159554-38D3-AB43-BFE6-DF62978A17A1}" type="slidenum">
              <a:rPr lang="en-US" smtClean="0"/>
              <a:t>1</a:t>
            </a:fld>
            <a:endParaRPr lang="en-US"/>
          </a:p>
        </p:txBody>
      </p:sp>
    </p:spTree>
    <p:extLst>
      <p:ext uri="{BB962C8B-B14F-4D97-AF65-F5344CB8AC3E}">
        <p14:creationId xmlns:p14="http://schemas.microsoft.com/office/powerpoint/2010/main" val="434562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32F0-E49E-4C04-A383-401B93C7130B}" type="slidenum">
              <a:rPr lang="en-US" smtClean="0"/>
              <a:t>3</a:t>
            </a:fld>
            <a:endParaRPr lang="en-US"/>
          </a:p>
        </p:txBody>
      </p:sp>
    </p:spTree>
    <p:extLst>
      <p:ext uri="{BB962C8B-B14F-4D97-AF65-F5344CB8AC3E}">
        <p14:creationId xmlns:p14="http://schemas.microsoft.com/office/powerpoint/2010/main" val="370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CB432F0-E49E-4C04-A383-401B93C7130B}" type="slidenum">
              <a:rPr lang="en-US" smtClean="0"/>
              <a:t>5</a:t>
            </a:fld>
            <a:endParaRPr lang="en-US"/>
          </a:p>
        </p:txBody>
      </p:sp>
    </p:spTree>
    <p:extLst>
      <p:ext uri="{BB962C8B-B14F-4D97-AF65-F5344CB8AC3E}">
        <p14:creationId xmlns:p14="http://schemas.microsoft.com/office/powerpoint/2010/main" val="5943660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lide-Based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20" name="Picture 19" descr="A person standing in front of a window&#10;&#10;Description automatically generated">
            <a:extLst>
              <a:ext uri="{FF2B5EF4-FFF2-40B4-BE49-F238E27FC236}">
                <a16:creationId xmlns:a16="http://schemas.microsoft.com/office/drawing/2014/main" id="{98D908CD-4E79-E541-918B-5C7BF8B8280B}"/>
              </a:ext>
            </a:extLst>
          </p:cNvPr>
          <p:cNvPicPr>
            <a:picLocks noChangeAspect="1"/>
          </p:cNvPicPr>
          <p:nvPr userDrawn="1"/>
        </p:nvPicPr>
        <p:blipFill rotWithShape="1">
          <a:blip r:embed="rId3"/>
          <a:srcRect l="24192" r="17273"/>
          <a:stretch/>
        </p:blipFill>
        <p:spPr>
          <a:xfrm>
            <a:off x="0" y="-7951"/>
            <a:ext cx="3638809" cy="4603805"/>
          </a:xfrm>
          <a:prstGeom prst="rect">
            <a:avLst/>
          </a:prstGeom>
        </p:spPr>
      </p:pic>
      <p:sp>
        <p:nvSpPr>
          <p:cNvPr id="21" name="Title 1">
            <a:extLst>
              <a:ext uri="{FF2B5EF4-FFF2-40B4-BE49-F238E27FC236}">
                <a16:creationId xmlns:a16="http://schemas.microsoft.com/office/drawing/2014/main" id="{879AE553-DDE7-3246-A275-03B48F404DAA}"/>
              </a:ext>
            </a:extLst>
          </p:cNvPr>
          <p:cNvSpPr txBox="1">
            <a:spLocks/>
          </p:cNvSpPr>
          <p:nvPr userDrawn="1"/>
        </p:nvSpPr>
        <p:spPr>
          <a:xfrm>
            <a:off x="3742175" y="223404"/>
            <a:ext cx="5505191" cy="724334"/>
          </a:xfrm>
          <a:prstGeom prst="rect">
            <a:avLst/>
          </a:prstGeom>
        </p:spPr>
        <p:txBody>
          <a:bodyPr/>
          <a:lstStyle>
            <a:lvl1pPr algn="l"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rPr>
              <a:t>Lesson 1: Understanding Kubernetes</a:t>
            </a:r>
          </a:p>
        </p:txBody>
      </p:sp>
      <p:pic>
        <p:nvPicPr>
          <p:cNvPr id="23" name="Picture 22" descr="A person standing in front of a window&#10;&#10;Description automatically generated">
            <a:extLst>
              <a:ext uri="{FF2B5EF4-FFF2-40B4-BE49-F238E27FC236}">
                <a16:creationId xmlns:a16="http://schemas.microsoft.com/office/drawing/2014/main" id="{A4A5DB76-1615-C646-AB17-4F7AF3BDC8BE}"/>
              </a:ext>
            </a:extLst>
          </p:cNvPr>
          <p:cNvPicPr>
            <a:picLocks noChangeAspect="1"/>
          </p:cNvPicPr>
          <p:nvPr userDrawn="1"/>
        </p:nvPicPr>
        <p:blipFill rotWithShape="1">
          <a:blip r:embed="rId3"/>
          <a:srcRect l="24192" r="17273"/>
          <a:stretch/>
        </p:blipFill>
        <p:spPr>
          <a:xfrm>
            <a:off x="0" y="5188"/>
            <a:ext cx="3638809" cy="4590666"/>
          </a:xfrm>
          <a:prstGeom prst="rect">
            <a:avLst/>
          </a:prstGeom>
        </p:spPr>
      </p:pic>
      <p:sp>
        <p:nvSpPr>
          <p:cNvPr id="27" name="Subtitle 2">
            <a:extLst>
              <a:ext uri="{FF2B5EF4-FFF2-40B4-BE49-F238E27FC236}">
                <a16:creationId xmlns:a16="http://schemas.microsoft.com/office/drawing/2014/main" id="{1C9B70A1-4246-EF41-A9D4-1747E5B9BA3E}"/>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28" name="Subtitle 2">
            <a:extLst>
              <a:ext uri="{FF2B5EF4-FFF2-40B4-BE49-F238E27FC236}">
                <a16:creationId xmlns:a16="http://schemas.microsoft.com/office/drawing/2014/main" id="{CF813062-DB89-FC4C-9952-E517FA6F03F8}"/>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29" name="Subtitle 2">
            <a:extLst>
              <a:ext uri="{FF2B5EF4-FFF2-40B4-BE49-F238E27FC236}">
                <a16:creationId xmlns:a16="http://schemas.microsoft.com/office/drawing/2014/main" id="{B3CC864C-E6B4-3D40-BB65-4CFF8F31A588}"/>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30" name="Subtitle 2">
            <a:extLst>
              <a:ext uri="{FF2B5EF4-FFF2-40B4-BE49-F238E27FC236}">
                <a16:creationId xmlns:a16="http://schemas.microsoft.com/office/drawing/2014/main" id="{D6E222FC-2D0D-AC48-9ADE-1071DC9A37EF}"/>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spTree>
    <p:extLst>
      <p:ext uri="{BB962C8B-B14F-4D97-AF65-F5344CB8AC3E}">
        <p14:creationId xmlns:p14="http://schemas.microsoft.com/office/powerpoint/2010/main" val="3019883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ual-Feed Slide &amp; Video Headsho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Oval 5">
            <a:extLst>
              <a:ext uri="{FF2B5EF4-FFF2-40B4-BE49-F238E27FC236}">
                <a16:creationId xmlns:a16="http://schemas.microsoft.com/office/drawing/2014/main" id="{9CC519E6-A1F1-6747-A3F6-20B949715D94}"/>
              </a:ext>
            </a:extLst>
          </p:cNvPr>
          <p:cNvSpPr/>
          <p:nvPr userDrawn="1"/>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7605FD-9760-4542-AA9A-73939422455B}"/>
              </a:ext>
            </a:extLst>
          </p:cNvPr>
          <p:cNvSpPr/>
          <p:nvPr userDrawn="1"/>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C83BD3-B120-F546-94C9-3421EA0D53AB}"/>
              </a:ext>
            </a:extLst>
          </p:cNvPr>
          <p:cNvSpPr/>
          <p:nvPr userDrawn="1"/>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FB1211D7-AC77-0040-827B-FD76A25CC725}"/>
              </a:ext>
            </a:extLst>
          </p:cNvPr>
          <p:cNvSpPr txBox="1">
            <a:spLocks/>
          </p:cNvSpPr>
          <p:nvPr userDrawn="1"/>
        </p:nvSpPr>
        <p:spPr>
          <a:xfrm>
            <a:off x="3758076" y="94720"/>
            <a:ext cx="5505191" cy="658485"/>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2600" b="1">
                <a:solidFill>
                  <a:schemeClr val="bg1"/>
                </a:solidFill>
              </a:rPr>
              <a:t>Lesson 1: Understanding Kubernetes</a:t>
            </a:r>
          </a:p>
        </p:txBody>
      </p:sp>
      <p:sp>
        <p:nvSpPr>
          <p:cNvPr id="10" name="Subtitle 2">
            <a:extLst>
              <a:ext uri="{FF2B5EF4-FFF2-40B4-BE49-F238E27FC236}">
                <a16:creationId xmlns:a16="http://schemas.microsoft.com/office/drawing/2014/main" id="{E87FE959-2BAA-6442-9ACB-CB119AAA646D}"/>
              </a:ext>
            </a:extLst>
          </p:cNvPr>
          <p:cNvSpPr txBox="1">
            <a:spLocks/>
          </p:cNvSpPr>
          <p:nvPr userDrawn="1"/>
        </p:nvSpPr>
        <p:spPr>
          <a:xfrm>
            <a:off x="3963033" y="1321449"/>
            <a:ext cx="4975395" cy="475548"/>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Segoe Pro" charset="0"/>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Segoe Pro" charset="0"/>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Segoe Pro" charset="0"/>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Segoe Pro"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1.1 Understanding Containers</a:t>
            </a:r>
          </a:p>
        </p:txBody>
      </p:sp>
      <p:sp>
        <p:nvSpPr>
          <p:cNvPr id="11" name="Subtitle 2">
            <a:extLst>
              <a:ext uri="{FF2B5EF4-FFF2-40B4-BE49-F238E27FC236}">
                <a16:creationId xmlns:a16="http://schemas.microsoft.com/office/drawing/2014/main" id="{E6CC7EA0-7EF0-0944-B1AC-0F3988B8C99C}"/>
              </a:ext>
            </a:extLst>
          </p:cNvPr>
          <p:cNvSpPr txBox="1">
            <a:spLocks/>
          </p:cNvSpPr>
          <p:nvPr userDrawn="1"/>
        </p:nvSpPr>
        <p:spPr>
          <a:xfrm>
            <a:off x="3963032" y="2019398"/>
            <a:ext cx="4975395" cy="906683"/>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1.2 Containers in Corporate </a:t>
            </a:r>
          </a:p>
          <a:p>
            <a:r>
              <a:rPr lang="en-US" sz="2600"/>
              <a:t>       Environments</a:t>
            </a:r>
          </a:p>
        </p:txBody>
      </p:sp>
      <p:sp>
        <p:nvSpPr>
          <p:cNvPr id="12" name="Subtitle 2">
            <a:extLst>
              <a:ext uri="{FF2B5EF4-FFF2-40B4-BE49-F238E27FC236}">
                <a16:creationId xmlns:a16="http://schemas.microsoft.com/office/drawing/2014/main" id="{9CD342B2-D10F-6D48-A74A-EF1E126A51B7}"/>
              </a:ext>
            </a:extLst>
          </p:cNvPr>
          <p:cNvSpPr txBox="1">
            <a:spLocks/>
          </p:cNvSpPr>
          <p:nvPr userDrawn="1"/>
        </p:nvSpPr>
        <p:spPr>
          <a:xfrm>
            <a:off x="3963031" y="3148482"/>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1.3 The Rise of Kubernetes</a:t>
            </a:r>
          </a:p>
        </p:txBody>
      </p:sp>
      <p:sp>
        <p:nvSpPr>
          <p:cNvPr id="13" name="Subtitle 2">
            <a:extLst>
              <a:ext uri="{FF2B5EF4-FFF2-40B4-BE49-F238E27FC236}">
                <a16:creationId xmlns:a16="http://schemas.microsoft.com/office/drawing/2014/main" id="{53244D6A-E26C-2D4A-A946-D595B1B11FE3}"/>
              </a:ext>
            </a:extLst>
          </p:cNvPr>
          <p:cNvSpPr txBox="1">
            <a:spLocks/>
          </p:cNvSpPr>
          <p:nvPr userDrawn="1"/>
        </p:nvSpPr>
        <p:spPr>
          <a:xfrm>
            <a:off x="3963031" y="3803200"/>
            <a:ext cx="4975395" cy="432317"/>
          </a:xfrm>
          <a:prstGeom prst="rect">
            <a:avLst/>
          </a:prstGeom>
        </p:spPr>
        <p:txBody>
          <a:bodyPr vert="horz" lIns="91440" tIns="45720" rIns="91440" bIns="45720" rtlCol="0">
            <a:noAutofit/>
          </a:bodyPr>
          <a:lstStyle>
            <a:lvl1pPr marL="685800" indent="-630936" algn="l" defTabSz="457200" rtl="0" eaLnBrk="1" latinLnBrk="0" hangingPunct="1">
              <a:spcBef>
                <a:spcPct val="20000"/>
              </a:spcBef>
              <a:buFont typeface="Arial"/>
              <a:buNone/>
              <a:tabLst>
                <a:tab pos="574675" algn="l"/>
              </a:tabLst>
              <a:defRPr sz="2800" b="0" kern="1200" baseline="0">
                <a:solidFill>
                  <a:srgbClr val="000000"/>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600"/>
              <a:t>1.4 The Kubernetes Ecosystem</a:t>
            </a:r>
          </a:p>
        </p:txBody>
      </p:sp>
      <p:pic>
        <p:nvPicPr>
          <p:cNvPr id="14" name="Picture 13" descr="A person standing in front of a window posing for the camera&#10;&#10;Description automatically generated">
            <a:extLst>
              <a:ext uri="{FF2B5EF4-FFF2-40B4-BE49-F238E27FC236}">
                <a16:creationId xmlns:a16="http://schemas.microsoft.com/office/drawing/2014/main" id="{E752B01A-0237-D746-881B-4BE22A5F831A}"/>
              </a:ext>
            </a:extLst>
          </p:cNvPr>
          <p:cNvPicPr>
            <a:picLocks noChangeAspect="1"/>
          </p:cNvPicPr>
          <p:nvPr userDrawn="1"/>
        </p:nvPicPr>
        <p:blipFill>
          <a:blip r:embed="rId3"/>
          <a:stretch>
            <a:fillRect/>
          </a:stretch>
        </p:blipFill>
        <p:spPr>
          <a:xfrm>
            <a:off x="303336" y="1523583"/>
            <a:ext cx="3446991" cy="209633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76307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DEDB86-0706-4847-A037-5877BF17D6D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836832" y="1597819"/>
            <a:ext cx="4975394" cy="1102519"/>
          </a:xfrm>
          <a:prstGeom prst="rect">
            <a:avLst/>
          </a:prstGeom>
        </p:spPr>
        <p:txBody>
          <a:bodyPr>
            <a:noAutofit/>
          </a:bodyPr>
          <a:lstStyle>
            <a:lvl1pPr algn="l">
              <a:defRPr sz="3600" b="0" baseline="0">
                <a:solidFill>
                  <a:schemeClr val="tx1"/>
                </a:solidFill>
                <a:latin typeface="Segoe Pro" charset="0"/>
              </a:defRPr>
            </a:lvl1pPr>
          </a:lstStyle>
          <a:p>
            <a:r>
              <a:rPr lang="en-US"/>
              <a:t>Lesson #: Lesson Name</a:t>
            </a:r>
          </a:p>
        </p:txBody>
      </p:sp>
      <p:sp>
        <p:nvSpPr>
          <p:cNvPr id="3" name="Subtitle 2"/>
          <p:cNvSpPr>
            <a:spLocks noGrp="1"/>
          </p:cNvSpPr>
          <p:nvPr>
            <p:ph type="subTitle" idx="1" hasCustomPrompt="1"/>
          </p:nvPr>
        </p:nvSpPr>
        <p:spPr>
          <a:xfrm>
            <a:off x="3836831" y="2788538"/>
            <a:ext cx="4975395" cy="1314450"/>
          </a:xfrm>
        </p:spPr>
        <p:txBody>
          <a:bodyPr>
            <a:normAutofit/>
          </a:bodyPr>
          <a:lstStyle>
            <a:lvl1pPr marL="685800" indent="-630936" algn="l">
              <a:buNone/>
              <a:tabLst>
                <a:tab pos="574675" algn="l"/>
              </a:tabLst>
              <a:defRPr sz="2800" b="0" baseline="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 	Learning objective or      Sub-lesson Title</a:t>
            </a:r>
          </a:p>
        </p:txBody>
      </p:sp>
      <p:pic>
        <p:nvPicPr>
          <p:cNvPr id="4" name="Picture 3">
            <a:extLst>
              <a:ext uri="{FF2B5EF4-FFF2-40B4-BE49-F238E27FC236}">
                <a16:creationId xmlns:a16="http://schemas.microsoft.com/office/drawing/2014/main" id="{9163F234-EB9D-6E5E-B61A-F1696C98AF13}"/>
              </a:ext>
            </a:extLst>
          </p:cNvPr>
          <p:cNvPicPr>
            <a:picLocks noChangeAspect="1"/>
          </p:cNvPicPr>
          <p:nvPr userDrawn="1"/>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9DC5631-3450-D07D-AE49-6F758CC4E012}"/>
              </a:ext>
            </a:extLst>
          </p:cNvPr>
          <p:cNvPicPr>
            <a:picLocks noChangeAspect="1"/>
          </p:cNvPicPr>
          <p:nvPr userDrawn="1"/>
        </p:nvPicPr>
        <p:blipFill>
          <a:blip r:embed="rId4"/>
          <a:stretch>
            <a:fillRect/>
          </a:stretch>
        </p:blipFill>
        <p:spPr>
          <a:xfrm>
            <a:off x="978265" y="953484"/>
            <a:ext cx="771429" cy="1746853"/>
          </a:xfrm>
          <a:prstGeom prst="rect">
            <a:avLst/>
          </a:prstGeom>
        </p:spPr>
      </p:pic>
      <p:pic>
        <p:nvPicPr>
          <p:cNvPr id="9" name="Picture 8">
            <a:extLst>
              <a:ext uri="{FF2B5EF4-FFF2-40B4-BE49-F238E27FC236}">
                <a16:creationId xmlns:a16="http://schemas.microsoft.com/office/drawing/2014/main" id="{ED18FFDD-FEE0-99C6-E431-B3F22AD370F2}"/>
              </a:ext>
            </a:extLst>
          </p:cNvPr>
          <p:cNvPicPr>
            <a:picLocks noChangeAspect="1"/>
          </p:cNvPicPr>
          <p:nvPr userDrawn="1"/>
        </p:nvPicPr>
        <p:blipFill>
          <a:blip r:embed="rId4"/>
          <a:stretch>
            <a:fillRect/>
          </a:stretch>
        </p:blipFill>
        <p:spPr>
          <a:xfrm>
            <a:off x="1529867" y="1226900"/>
            <a:ext cx="1198092" cy="1173400"/>
          </a:xfrm>
          <a:prstGeom prst="rect">
            <a:avLst/>
          </a:prstGeom>
        </p:spPr>
      </p:pic>
      <p:pic>
        <p:nvPicPr>
          <p:cNvPr id="12" name="Picture 11">
            <a:extLst>
              <a:ext uri="{FF2B5EF4-FFF2-40B4-BE49-F238E27FC236}">
                <a16:creationId xmlns:a16="http://schemas.microsoft.com/office/drawing/2014/main" id="{3A603345-DB86-E0A1-9A38-3987ECAE07C0}"/>
              </a:ext>
            </a:extLst>
          </p:cNvPr>
          <p:cNvPicPr>
            <a:picLocks noChangeAspect="1"/>
          </p:cNvPicPr>
          <p:nvPr userDrawn="1"/>
        </p:nvPicPr>
        <p:blipFill>
          <a:blip r:embed="rId5"/>
          <a:stretch>
            <a:fillRect/>
          </a:stretch>
        </p:blipFill>
        <p:spPr>
          <a:xfrm>
            <a:off x="809803" y="1053105"/>
            <a:ext cx="1901382" cy="1537695"/>
          </a:xfrm>
          <a:prstGeom prst="rect">
            <a:avLst/>
          </a:prstGeom>
        </p:spPr>
      </p:pic>
    </p:spTree>
    <p:extLst>
      <p:ext uri="{BB962C8B-B14F-4D97-AF65-F5344CB8AC3E}">
        <p14:creationId xmlns:p14="http://schemas.microsoft.com/office/powerpoint/2010/main" val="3128257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82B15B7-206B-CE49-A9F2-AB6BBB6FC9EF}"/>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6839712"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91CD57F-32CF-0029-590E-9AD84A615580}"/>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4427779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99F60F-EF2B-8F45-B026-E22011617D54}"/>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0"/>
            <a:ext cx="7552944"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sz="half" idx="1"/>
          </p:nvPr>
        </p:nvSpPr>
        <p:spPr>
          <a:xfrm>
            <a:off x="457200" y="946140"/>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344" y="946356"/>
            <a:ext cx="4038600" cy="3394472"/>
          </a:xfrm>
        </p:spPr>
        <p:txBody>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93B0BC9-51E5-FD56-3CC4-18BD3946775B}"/>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413039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Images or Char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BE815FF-ED97-854C-9CA1-F2EAACC17B95}"/>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1143000" y="-57149"/>
            <a:ext cx="7556938" cy="557784"/>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7"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11A2F564-A9E0-D4A6-DA22-A87AA4D1320E}"/>
              </a:ext>
            </a:extLst>
          </p:cNvPr>
          <p:cNvPicPr>
            <a:picLocks noChangeAspect="1"/>
          </p:cNvPicPr>
          <p:nvPr userDrawn="1"/>
        </p:nvPicPr>
        <p:blipFill>
          <a:blip r:embed="rId3"/>
          <a:stretch>
            <a:fillRect/>
          </a:stretch>
        </p:blipFill>
        <p:spPr>
          <a:xfrm>
            <a:off x="156754" y="4741818"/>
            <a:ext cx="901337" cy="281552"/>
          </a:xfrm>
          <a:prstGeom prst="rect">
            <a:avLst/>
          </a:prstGeom>
        </p:spPr>
      </p:pic>
    </p:spTree>
    <p:extLst>
      <p:ext uri="{BB962C8B-B14F-4D97-AF65-F5344CB8AC3E}">
        <p14:creationId xmlns:p14="http://schemas.microsoft.com/office/powerpoint/2010/main" val="120618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Content_No Gray Backgrou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646D90-D9DC-774A-9902-DD7E84D40216}"/>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7" name="Title 1"/>
          <p:cNvSpPr>
            <a:spLocks noGrp="1"/>
          </p:cNvSpPr>
          <p:nvPr>
            <p:ph type="title"/>
          </p:nvPr>
        </p:nvSpPr>
        <p:spPr>
          <a:xfrm>
            <a:off x="1138620" y="-5714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9"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DE0DD9FC-78CB-CC48-03AD-07414DDC510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2848318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_Content_No Bottom Ba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CEA3E-C82D-A746-AACF-52839FCFD37B}"/>
              </a:ext>
            </a:extLst>
          </p:cNvPr>
          <p:cNvPicPr>
            <a:picLocks noChangeAspect="1"/>
          </p:cNvPicPr>
          <p:nvPr userDrawn="1"/>
        </p:nvPicPr>
        <p:blipFill>
          <a:blip r:embed="rId2"/>
          <a:stretch>
            <a:fillRect/>
          </a:stretch>
        </p:blipFill>
        <p:spPr>
          <a:xfrm>
            <a:off x="0" y="-1"/>
            <a:ext cx="9144000" cy="5143500"/>
          </a:xfrm>
          <a:prstGeom prst="rect">
            <a:avLst/>
          </a:prstGeom>
        </p:spPr>
      </p:pic>
      <p:sp>
        <p:nvSpPr>
          <p:cNvPr id="6" name="Title 1"/>
          <p:cNvSpPr>
            <a:spLocks noGrp="1"/>
          </p:cNvSpPr>
          <p:nvPr>
            <p:ph type="title"/>
          </p:nvPr>
        </p:nvSpPr>
        <p:spPr>
          <a:xfrm>
            <a:off x="1138620" y="-63499"/>
            <a:ext cx="7548179" cy="560552"/>
          </a:xfrm>
          <a:prstGeom prst="rect">
            <a:avLst/>
          </a:prstGeom>
        </p:spPr>
        <p:txBody>
          <a:bodyPr>
            <a:noAutofit/>
          </a:bodyPr>
          <a:lstStyle>
            <a:lvl1pPr algn="l">
              <a:defRPr sz="3600">
                <a:solidFill>
                  <a:srgbClr val="FFFFFF"/>
                </a:solidFill>
                <a:latin typeface="Segoe Pro" charset="0"/>
              </a:defRPr>
            </a:lvl1pPr>
          </a:lstStyle>
          <a:p>
            <a:r>
              <a:rPr lang="en-US"/>
              <a:t>Click to edit Master title style</a:t>
            </a:r>
          </a:p>
        </p:txBody>
      </p:sp>
      <p:sp>
        <p:nvSpPr>
          <p:cNvPr id="3" name="Content Placeholder 2"/>
          <p:cNvSpPr>
            <a:spLocks noGrp="1"/>
          </p:cNvSpPr>
          <p:nvPr>
            <p:ph idx="1"/>
          </p:nvPr>
        </p:nvSpPr>
        <p:spPr>
          <a:xfrm>
            <a:off x="1147379" y="814771"/>
            <a:ext cx="7539420" cy="3547021"/>
          </a:xfrm>
        </p:spPr>
        <p:txBody>
          <a:bodyPr>
            <a:noAutofit/>
          </a:bodyPr>
          <a:lstStyle>
            <a:lvl1pPr>
              <a:defRPr sz="2200"/>
            </a:lvl1pPr>
            <a:lvl2pPr>
              <a:defRPr sz="20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81BFFD2-2A5F-1053-0E42-A89EDB7FA528}"/>
              </a:ext>
            </a:extLst>
          </p:cNvPr>
          <p:cNvPicPr>
            <a:picLocks noChangeAspect="1"/>
          </p:cNvPicPr>
          <p:nvPr userDrawn="1"/>
        </p:nvPicPr>
        <p:blipFill>
          <a:blip r:embed="rId3"/>
          <a:stretch>
            <a:fillRect/>
          </a:stretch>
        </p:blipFill>
        <p:spPr>
          <a:xfrm>
            <a:off x="137159" y="4701540"/>
            <a:ext cx="891541" cy="322534"/>
          </a:xfrm>
          <a:prstGeom prst="rect">
            <a:avLst/>
          </a:prstGeom>
        </p:spPr>
      </p:pic>
    </p:spTree>
    <p:extLst>
      <p:ext uri="{BB962C8B-B14F-4D97-AF65-F5344CB8AC3E}">
        <p14:creationId xmlns:p14="http://schemas.microsoft.com/office/powerpoint/2010/main" val="136115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_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2358E-A3D5-0E4B-A122-5E5714444FFE}"/>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46337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ntent Left | Title/Image Right">
    <p:spTree>
      <p:nvGrpSpPr>
        <p:cNvPr id="1" name=""/>
        <p:cNvGrpSpPr/>
        <p:nvPr/>
      </p:nvGrpSpPr>
      <p:grpSpPr>
        <a:xfrm>
          <a:off x="0" y="0"/>
          <a:ext cx="0" cy="0"/>
          <a:chOff x="0" y="0"/>
          <a:chExt cx="0" cy="0"/>
        </a:xfrm>
      </p:grpSpPr>
      <p:sp>
        <p:nvSpPr>
          <p:cNvPr id="7" name="Text Placeholder 16"/>
          <p:cNvSpPr>
            <a:spLocks noGrp="1"/>
          </p:cNvSpPr>
          <p:nvPr>
            <p:ph type="body" sz="quarter" idx="12" hasCustomPrompt="1"/>
          </p:nvPr>
        </p:nvSpPr>
        <p:spPr>
          <a:xfrm>
            <a:off x="473530" y="351790"/>
            <a:ext cx="2809167" cy="4439921"/>
          </a:xfrm>
          <a:prstGeom prst="rect">
            <a:avLst/>
          </a:prstGeom>
        </p:spPr>
        <p:txBody>
          <a:bodyPr anchor="ctr">
            <a:noAutofit/>
          </a:bodyPr>
          <a:lstStyle>
            <a:lvl1pPr algn="r">
              <a:defRPr sz="1700" b="0" i="0">
                <a:solidFill>
                  <a:schemeClr val="accent1"/>
                </a:solidFill>
                <a:latin typeface="+mn-lt"/>
                <a:ea typeface="PS TT Commons DemiBold" charset="0"/>
                <a:cs typeface="PS TT Commons DemiBold" charset="0"/>
              </a:defRPr>
            </a:lvl1pPr>
            <a:lvl2pPr marL="586003" indent="-288930"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2pPr>
            <a:lvl3pPr marL="883074" indent="-28689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3pPr>
            <a:lvl4pPr marL="1096724" indent="-213648" algn="r">
              <a:buFont typeface="Myriad Pro" panose="020B0503030403020204" pitchFamily="34" charset="0"/>
              <a:buChar char=" "/>
              <a:defRPr sz="1700" b="0" i="0">
                <a:solidFill>
                  <a:schemeClr val="accent1"/>
                </a:solidFill>
                <a:latin typeface="PS TT Commons" charset="0"/>
                <a:ea typeface="PS TT Commons" charset="0"/>
                <a:cs typeface="PS TT Commons" charset="0"/>
              </a:defRPr>
            </a:lvl4pPr>
            <a:lvl5pPr marL="1096722" indent="0" algn="r">
              <a:buFont typeface="Myriad Pro" panose="020B0503030403020204" pitchFamily="34" charset="0"/>
              <a:buNone/>
              <a:defRPr sz="1700" b="0" i="0">
                <a:solidFill>
                  <a:schemeClr val="accent1"/>
                </a:solidFill>
                <a:latin typeface="PS TT Commons" charset="0"/>
                <a:ea typeface="PS TT Commons" charset="0"/>
                <a:cs typeface="PS TT Commons" charset="0"/>
              </a:defRPr>
            </a:lvl5pPr>
          </a:lstStyle>
          <a:p>
            <a:pPr lvl="0"/>
            <a:r>
              <a:rPr lang="en-US" dirty="0"/>
              <a:t>Click to add short text </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p:nvCxnSpPr>
        <p:spPr>
          <a:xfrm>
            <a:off x="3536188" y="351790"/>
            <a:ext cx="0" cy="4439921"/>
          </a:xfrm>
          <a:prstGeom prst="line">
            <a:avLst/>
          </a:prstGeom>
          <a:ln w="50800">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sz="quarter" idx="14" hasCustomPrompt="1"/>
          </p:nvPr>
        </p:nvSpPr>
        <p:spPr>
          <a:xfrm>
            <a:off x="3789682" y="748738"/>
            <a:ext cx="4927599" cy="3646025"/>
          </a:xfrm>
          <a:prstGeom prst="rect">
            <a:avLst/>
          </a:prstGeom>
        </p:spPr>
        <p:txBody>
          <a:bodyPr anchor="ctr">
            <a:noAutofit/>
          </a:bodyPr>
          <a:lstStyle>
            <a:lvl1pPr>
              <a:lnSpc>
                <a:spcPct val="100000"/>
              </a:lnSpc>
              <a:defRPr sz="2700" b="0" i="0">
                <a:latin typeface="+mj-lt"/>
                <a:ea typeface="PS TT Commons Light" charset="0"/>
                <a:cs typeface="PS TT Commons Light" charset="0"/>
              </a:defRPr>
            </a:lvl1pPr>
          </a:lstStyle>
          <a:p>
            <a:pPr lvl="0"/>
            <a:r>
              <a:rPr lang="en-US" dirty="0"/>
              <a:t>Click to Add Title or </a:t>
            </a:r>
            <a:r>
              <a:rPr lang="en-US"/>
              <a:t>Click </a:t>
            </a:r>
            <a:br>
              <a:rPr lang="en-US"/>
            </a:br>
            <a:r>
              <a:rPr lang="en-US"/>
              <a:t>Icon </a:t>
            </a:r>
            <a:r>
              <a:rPr lang="en-US" dirty="0"/>
              <a:t>to Add Graphic</a:t>
            </a:r>
          </a:p>
        </p:txBody>
      </p:sp>
      <p:sp>
        <p:nvSpPr>
          <p:cNvPr id="11" name="Rectangle 10"/>
          <p:cNvSpPr/>
          <p:nvPr/>
        </p:nvSpPr>
        <p:spPr>
          <a:xfrm>
            <a:off x="1" y="-355526"/>
            <a:ext cx="3582453" cy="276999"/>
          </a:xfrm>
          <a:prstGeom prst="rect">
            <a:avLst/>
          </a:prstGeom>
        </p:spPr>
        <p:txBody>
          <a:bodyPr wrap="square">
            <a:spAutoFit/>
          </a:bodyPr>
          <a:lstStyle/>
          <a:p>
            <a:pPr algn="l" defTabSz="914378"/>
            <a:r>
              <a:rPr lang="en-US" sz="1200" b="1" i="0">
                <a:solidFill>
                  <a:srgbClr val="404040"/>
                </a:solidFill>
                <a:latin typeface="PS TT Commons DemiBold" charset="0"/>
                <a:ea typeface="PS TT Commons DemiBold" charset="0"/>
                <a:cs typeface="PS TT Commons DemiBold" charset="0"/>
              </a:rPr>
              <a:t>This slidelist is </a:t>
            </a:r>
            <a:r>
              <a:rPr lang="en-US" sz="1200" b="1" i="0">
                <a:solidFill>
                  <a:srgbClr val="F05A28"/>
                </a:solidFill>
                <a:latin typeface="PS TT Commons DemiBold" charset="0"/>
                <a:ea typeface="PS TT Commons DemiBold" charset="0"/>
                <a:cs typeface="PS TT Commons DemiBold" charset="0"/>
              </a:rPr>
              <a:t>preset </a:t>
            </a:r>
            <a:r>
              <a:rPr lang="en-US" sz="1200" b="1" i="0">
                <a:solidFill>
                  <a:srgbClr val="404040"/>
                </a:solidFill>
                <a:latin typeface="PS TT Commons DemiBold" charset="0"/>
                <a:ea typeface="PS TT Commons DemiBold" charset="0"/>
                <a:cs typeface="PS TT Commons DemiBold" charset="0"/>
              </a:rPr>
              <a:t>with</a:t>
            </a:r>
            <a:r>
              <a:rPr lang="en-US" sz="1200" b="1" i="0" baseline="0">
                <a:solidFill>
                  <a:srgbClr val="404040"/>
                </a:solidFill>
                <a:latin typeface="PS TT Commons DemiBold" charset="0"/>
                <a:ea typeface="PS TT Commons DemiBold" charset="0"/>
                <a:cs typeface="PS TT Commons DemiBold" charset="0"/>
              </a:rPr>
              <a:t> </a:t>
            </a:r>
            <a:r>
              <a:rPr lang="en-US" sz="1200" b="1" i="0">
                <a:solidFill>
                  <a:srgbClr val="F05A28"/>
                </a:solidFill>
                <a:latin typeface="PS TT Commons DemiBold" charset="0"/>
                <a:ea typeface="PS TT Commons DemiBold" charset="0"/>
                <a:cs typeface="PS TT Commons DemiBold" charset="0"/>
              </a:rPr>
              <a:t>animations</a:t>
            </a:r>
            <a:endParaRPr lang="en-US" sz="1200" b="1" i="0" dirty="0">
              <a:solidFill>
                <a:srgbClr val="F05A28"/>
              </a:solidFill>
              <a:latin typeface="PS TT Commons DemiBold" charset="0"/>
              <a:ea typeface="PS TT Commons DemiBold" charset="0"/>
              <a:cs typeface="PS TT Commons DemiBold" charset="0"/>
            </a:endParaRPr>
          </a:p>
        </p:txBody>
      </p:sp>
    </p:spTree>
    <p:extLst>
      <p:ext uri="{BB962C8B-B14F-4D97-AF65-F5344CB8AC3E}">
        <p14:creationId xmlns:p14="http://schemas.microsoft.com/office/powerpoint/2010/main" val="248466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3" end="3"/>
                                            </p:txEl>
                                          </p:spTgt>
                                        </p:tgtEl>
                                        <p:attrNameLst>
                                          <p:attrName>ppt_c</p:attrName>
                                        </p:attrNameLst>
                                      </p:cBhvr>
                                      <p:to>
                                        <a:schemeClr val="tx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
                                            <p:txEl>
                                              <p:pRg st="4" end="4"/>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2">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3">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4">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 lvl="5">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tx2"/>
                      </p:to>
                    </p:animClr>
                  </p:sub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C152-5D1F-47B5-8951-616F8DA0C126}"/>
              </a:ext>
            </a:extLst>
          </p:cNvPr>
          <p:cNvSpPr>
            <a:spLocks noGrp="1"/>
          </p:cNvSpPr>
          <p:nvPr>
            <p:ph type="title" hasCustomPrompt="1"/>
          </p:nvPr>
        </p:nvSpPr>
        <p:spPr/>
        <p:txBody>
          <a:bodyPr/>
          <a:lstStyle>
            <a:lvl1pPr>
              <a:defRPr baseline="0">
                <a:latin typeface="+mj-lt"/>
              </a:defRPr>
            </a:lvl1pPr>
          </a:lstStyle>
          <a:p>
            <a:r>
              <a:rPr lang="en-US"/>
              <a:t>Add Slide Title in Title Case</a:t>
            </a:r>
          </a:p>
        </p:txBody>
      </p:sp>
    </p:spTree>
    <p:extLst>
      <p:ext uri="{BB962C8B-B14F-4D97-AF65-F5344CB8AC3E}">
        <p14:creationId xmlns:p14="http://schemas.microsoft.com/office/powerpoint/2010/main" val="1859100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xt Chunking: Six Item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Title in Title Case</a:t>
            </a:r>
          </a:p>
        </p:txBody>
      </p:sp>
      <p:sp>
        <p:nvSpPr>
          <p:cNvPr id="3" name="Content Placeholder 10"/>
          <p:cNvSpPr>
            <a:spLocks noGrp="1"/>
          </p:cNvSpPr>
          <p:nvPr>
            <p:ph sz="quarter" idx="11" hasCustomPrompt="1"/>
          </p:nvPr>
        </p:nvSpPr>
        <p:spPr>
          <a:xfrm>
            <a:off x="3324634"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4" name="Content Placeholder 10"/>
          <p:cNvSpPr>
            <a:spLocks noGrp="1"/>
          </p:cNvSpPr>
          <p:nvPr>
            <p:ph sz="quarter" idx="10" hasCustomPrompt="1"/>
          </p:nvPr>
        </p:nvSpPr>
        <p:spPr>
          <a:xfrm>
            <a:off x="628651"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5" name="Content Placeholder 10"/>
          <p:cNvSpPr>
            <a:spLocks noGrp="1"/>
          </p:cNvSpPr>
          <p:nvPr>
            <p:ph sz="quarter" idx="12" hasCustomPrompt="1"/>
          </p:nvPr>
        </p:nvSpPr>
        <p:spPr>
          <a:xfrm>
            <a:off x="6020616" y="1515763"/>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6" name="Content Placeholder 10"/>
          <p:cNvSpPr>
            <a:spLocks noGrp="1"/>
          </p:cNvSpPr>
          <p:nvPr>
            <p:ph sz="quarter" idx="13" hasCustomPrompt="1"/>
          </p:nvPr>
        </p:nvSpPr>
        <p:spPr>
          <a:xfrm>
            <a:off x="3324634"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7" name="Content Placeholder 10"/>
          <p:cNvSpPr>
            <a:spLocks noGrp="1"/>
          </p:cNvSpPr>
          <p:nvPr>
            <p:ph sz="quarter" idx="14" hasCustomPrompt="1"/>
          </p:nvPr>
        </p:nvSpPr>
        <p:spPr>
          <a:xfrm>
            <a:off x="628651"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
        <p:nvSpPr>
          <p:cNvPr id="8" name="Content Placeholder 10"/>
          <p:cNvSpPr>
            <a:spLocks noGrp="1"/>
          </p:cNvSpPr>
          <p:nvPr>
            <p:ph sz="quarter" idx="15" hasCustomPrompt="1"/>
          </p:nvPr>
        </p:nvSpPr>
        <p:spPr>
          <a:xfrm>
            <a:off x="6020616" y="3085072"/>
            <a:ext cx="2494735" cy="1342768"/>
          </a:xfrm>
          <a:prstGeom prst="rect">
            <a:avLst/>
          </a:prstGeom>
          <a:solidFill>
            <a:schemeClr val="bg2"/>
          </a:solidFill>
        </p:spPr>
        <p:txBody>
          <a:bodyPr lIns="274320" tIns="274320" rIns="274320" bIns="274320" anchor="ctr">
            <a:noAutofit/>
          </a:bodyPr>
          <a:lstStyle>
            <a:lvl1pPr marL="0" indent="0" algn="ctr">
              <a:buNone/>
              <a:defRPr sz="1800" b="0" i="0">
                <a:latin typeface="+mn-lt"/>
                <a:ea typeface="PS TT Commons Medium" charset="0"/>
                <a:cs typeface="PS TT Commons Medium" charset="0"/>
              </a:defRPr>
            </a:lvl1pPr>
          </a:lstStyle>
          <a:p>
            <a:pPr lvl="0"/>
            <a:r>
              <a:rPr lang="en-US" dirty="0"/>
              <a:t>Click to add text</a:t>
            </a:r>
          </a:p>
        </p:txBody>
      </p:sp>
    </p:spTree>
    <p:extLst>
      <p:ext uri="{BB962C8B-B14F-4D97-AF65-F5344CB8AC3E}">
        <p14:creationId xmlns:p14="http://schemas.microsoft.com/office/powerpoint/2010/main" val="1674464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450103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Segoe Pro" charset="0"/>
              </a:defRPr>
            </a:lvl1pPr>
          </a:lstStyle>
          <a:p>
            <a:fld id="{128B0A6C-EF38-9441-ADBF-8FE45FA6C46E}" type="datetimeFigureOut">
              <a:rPr lang="en-US" smtClean="0"/>
              <a:pPr/>
              <a:t>Thu, 5/22/2025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latin typeface="Segoe Pro" charset="0"/>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Segoe Pro" charset="0"/>
              </a:defRPr>
            </a:lvl1pPr>
          </a:lstStyle>
          <a:p>
            <a:fld id="{6D032D76-6BE4-154B-A130-37D069E42354}" type="slidenum">
              <a:rPr lang="en-US" smtClean="0"/>
              <a:pPr/>
              <a:t>‹#›</a:t>
            </a:fld>
            <a:endParaRPr lang="en-US"/>
          </a:p>
        </p:txBody>
      </p:sp>
    </p:spTree>
    <p:extLst>
      <p:ext uri="{BB962C8B-B14F-4D97-AF65-F5344CB8AC3E}">
        <p14:creationId xmlns:p14="http://schemas.microsoft.com/office/powerpoint/2010/main" val="3037476572"/>
      </p:ext>
    </p:extLst>
  </p:cSld>
  <p:clrMap bg1="lt1" tx1="dk1" bg2="lt2" tx2="dk2" accent1="accent1" accent2="accent2" accent3="accent3" accent4="accent4" accent5="accent5" accent6="accent6" hlink="hlink" folHlink="folHlink"/>
  <p:sldLayoutIdLst>
    <p:sldLayoutId id="2147483659" r:id="rId1"/>
    <p:sldLayoutId id="2147483658" r:id="rId2"/>
    <p:sldLayoutId id="2147483649" r:id="rId3"/>
    <p:sldLayoutId id="2147483650" r:id="rId4"/>
    <p:sldLayoutId id="2147483652" r:id="rId5"/>
    <p:sldLayoutId id="2147483654" r:id="rId6"/>
    <p:sldLayoutId id="2147483656" r:id="rId7"/>
    <p:sldLayoutId id="2147483657" r:id="rId8"/>
    <p:sldLayoutId id="2147483655" r:id="rId9"/>
    <p:sldLayoutId id="2147483661" r:id="rId10"/>
    <p:sldLayoutId id="2147483662" r:id="rId11"/>
    <p:sldLayoutId id="2147483663" r:id="rId12"/>
    <p:sldLayoutId id="2147483664" r:id="rId13"/>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Segoe Pro"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Segoe Pro"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Segoe Pro"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Segoe Pro"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dduzgun-security/github-enterprise-cloud-configuration" TargetMode="External"/><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2.jpg"/></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Layout" Target="../diagrams/layout1.xml"/><Relationship Id="rId7" Type="http://schemas.openxmlformats.org/officeDocument/2006/relationships/image" Target="../media/image37.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79A3E908-449E-044A-9510-AD48B0E8FE3B}"/>
              </a:ext>
            </a:extLst>
          </p:cNvPr>
          <p:cNvSpPr/>
          <p:nvPr/>
        </p:nvSpPr>
        <p:spPr>
          <a:xfrm>
            <a:off x="1321230" y="150921"/>
            <a:ext cx="2150772" cy="1868477"/>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653CF1-49CF-AE4B-9D66-090C6B2B3917}"/>
              </a:ext>
            </a:extLst>
          </p:cNvPr>
          <p:cNvSpPr/>
          <p:nvPr/>
        </p:nvSpPr>
        <p:spPr>
          <a:xfrm>
            <a:off x="0" y="0"/>
            <a:ext cx="2642461" cy="26773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2B4D47F-A755-0D45-BC12-086C687FD70E}"/>
              </a:ext>
            </a:extLst>
          </p:cNvPr>
          <p:cNvSpPr/>
          <p:nvPr/>
        </p:nvSpPr>
        <p:spPr>
          <a:xfrm>
            <a:off x="10612" y="1116615"/>
            <a:ext cx="3739715" cy="34652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412337A7-EF2F-BD4E-96DF-29677C30DFCF}"/>
              </a:ext>
            </a:extLst>
          </p:cNvPr>
          <p:cNvSpPr txBox="1">
            <a:spLocks/>
          </p:cNvSpPr>
          <p:nvPr/>
        </p:nvSpPr>
        <p:spPr>
          <a:xfrm>
            <a:off x="3734819" y="-38100"/>
            <a:ext cx="5533440" cy="993314"/>
          </a:xfrm>
          <a:prstGeom prst="rect">
            <a:avLst/>
          </a:prstGeom>
        </p:spPr>
        <p:txBody>
          <a:bodyPr>
            <a:noAutofit/>
          </a:bodyPr>
          <a:lstStyle>
            <a:lvl1pPr algn="l" defTabSz="457200" rtl="0" eaLnBrk="1" latinLnBrk="0" hangingPunct="1">
              <a:spcBef>
                <a:spcPct val="0"/>
              </a:spcBef>
              <a:buNone/>
              <a:defRPr sz="3600" b="0" kern="1200" baseline="0">
                <a:solidFill>
                  <a:schemeClr val="tx1"/>
                </a:solidFill>
                <a:latin typeface="Segoe Pro" charset="0"/>
                <a:ea typeface="+mj-ea"/>
                <a:cs typeface="+mj-cs"/>
              </a:defRPr>
            </a:lvl1pPr>
          </a:lstStyle>
          <a:p>
            <a:r>
              <a:rPr lang="en-US" sz="3200" b="1" dirty="0">
                <a:solidFill>
                  <a:schemeClr val="bg1"/>
                </a:solidFill>
              </a:rPr>
              <a:t>GitHub Copilot for Almost Everyone</a:t>
            </a:r>
          </a:p>
        </p:txBody>
      </p:sp>
      <p:pic>
        <p:nvPicPr>
          <p:cNvPr id="3" name="Picture 2">
            <a:extLst>
              <a:ext uri="{FF2B5EF4-FFF2-40B4-BE49-F238E27FC236}">
                <a16:creationId xmlns:a16="http://schemas.microsoft.com/office/drawing/2014/main" id="{4BB8DB96-E122-7455-6046-6112A98E4D79}"/>
              </a:ext>
            </a:extLst>
          </p:cNvPr>
          <p:cNvPicPr>
            <a:picLocks noChangeAspect="1"/>
          </p:cNvPicPr>
          <p:nvPr/>
        </p:nvPicPr>
        <p:blipFill>
          <a:blip r:embed="rId3"/>
          <a:stretch>
            <a:fillRect/>
          </a:stretch>
        </p:blipFill>
        <p:spPr>
          <a:xfrm>
            <a:off x="156754" y="4741818"/>
            <a:ext cx="901337" cy="281552"/>
          </a:xfrm>
          <a:prstGeom prst="rect">
            <a:avLst/>
          </a:prstGeom>
        </p:spPr>
      </p:pic>
      <p:pic>
        <p:nvPicPr>
          <p:cNvPr id="7" name="Picture 6">
            <a:extLst>
              <a:ext uri="{FF2B5EF4-FFF2-40B4-BE49-F238E27FC236}">
                <a16:creationId xmlns:a16="http://schemas.microsoft.com/office/drawing/2014/main" id="{2C8F613B-EFA5-BEBA-670B-878DA49A4355}"/>
              </a:ext>
            </a:extLst>
          </p:cNvPr>
          <p:cNvPicPr>
            <a:picLocks noChangeAspect="1"/>
          </p:cNvPicPr>
          <p:nvPr/>
        </p:nvPicPr>
        <p:blipFill>
          <a:blip r:embed="rId4"/>
          <a:stretch>
            <a:fillRect/>
          </a:stretch>
        </p:blipFill>
        <p:spPr>
          <a:xfrm>
            <a:off x="4920012" y="1286687"/>
            <a:ext cx="3163054" cy="3125127"/>
          </a:xfrm>
          <a:prstGeom prst="rect">
            <a:avLst/>
          </a:prstGeom>
        </p:spPr>
      </p:pic>
      <p:pic>
        <p:nvPicPr>
          <p:cNvPr id="9" name="Picture 8" descr="A group of people sitting around a table with laptops&#10;&#10;Description automatically generated">
            <a:extLst>
              <a:ext uri="{FF2B5EF4-FFF2-40B4-BE49-F238E27FC236}">
                <a16:creationId xmlns:a16="http://schemas.microsoft.com/office/drawing/2014/main" id="{41F3C2C8-EDF1-C1F1-DEC4-1304DB65FDD3}"/>
              </a:ext>
            </a:extLst>
          </p:cNvPr>
          <p:cNvPicPr>
            <a:picLocks noChangeAspect="1"/>
          </p:cNvPicPr>
          <p:nvPr/>
        </p:nvPicPr>
        <p:blipFill>
          <a:blip r:embed="rId5">
            <a:extLst>
              <a:ext uri="{BEBA8EAE-BF5A-486C-A8C5-ECC9F3942E4B}">
                <a14:imgProps xmlns:a14="http://schemas.microsoft.com/office/drawing/2010/main">
                  <a14:imgLayer r:embed="rId6">
                    <a14:imgEffect>
                      <a14:artisticPencilSketch/>
                    </a14:imgEffect>
                  </a14:imgLayer>
                </a14:imgProps>
              </a:ext>
            </a:extLst>
          </a:blip>
          <a:stretch>
            <a:fillRect/>
          </a:stretch>
        </p:blipFill>
        <p:spPr>
          <a:xfrm>
            <a:off x="495381" y="1161183"/>
            <a:ext cx="3802470" cy="2374431"/>
          </a:xfrm>
          <a:prstGeom prst="rect">
            <a:avLst/>
          </a:prstGeom>
        </p:spPr>
      </p:pic>
      <p:sp>
        <p:nvSpPr>
          <p:cNvPr id="10" name="Subtitle 2">
            <a:extLst>
              <a:ext uri="{FF2B5EF4-FFF2-40B4-BE49-F238E27FC236}">
                <a16:creationId xmlns:a16="http://schemas.microsoft.com/office/drawing/2014/main" id="{2D52FBAA-CCB8-6A63-FE6F-EB94D38E8571}"/>
              </a:ext>
            </a:extLst>
          </p:cNvPr>
          <p:cNvSpPr>
            <a:spLocks noGrp="1"/>
          </p:cNvSpPr>
          <p:nvPr>
            <p:ph type="subTitle" idx="1"/>
          </p:nvPr>
        </p:nvSpPr>
        <p:spPr>
          <a:xfrm>
            <a:off x="123114" y="3727316"/>
            <a:ext cx="4975395" cy="1314450"/>
          </a:xfrm>
        </p:spPr>
        <p:txBody>
          <a:bodyPr/>
          <a:lstStyle/>
          <a:p>
            <a:r>
              <a:rPr lang="en-US" sz="2400" dirty="0"/>
              <a:t>Tim Warner</a:t>
            </a:r>
          </a:p>
          <a:p>
            <a:r>
              <a:rPr lang="en-US" sz="2400" dirty="0"/>
              <a:t>timw.info/linkedin</a:t>
            </a:r>
          </a:p>
          <a:p>
            <a:endParaRPr lang="en-US" dirty="0"/>
          </a:p>
        </p:txBody>
      </p:sp>
      <p:pic>
        <p:nvPicPr>
          <p:cNvPr id="4" name="Picture 3">
            <a:extLst>
              <a:ext uri="{FF2B5EF4-FFF2-40B4-BE49-F238E27FC236}">
                <a16:creationId xmlns:a16="http://schemas.microsoft.com/office/drawing/2014/main" id="{F627E40B-EEE9-59E6-97D9-61D5752FFBD0}"/>
              </a:ext>
            </a:extLst>
          </p:cNvPr>
          <p:cNvPicPr>
            <a:picLocks noChangeAspect="1"/>
          </p:cNvPicPr>
          <p:nvPr/>
        </p:nvPicPr>
        <p:blipFill>
          <a:blip r:embed="rId7"/>
          <a:stretch>
            <a:fillRect/>
          </a:stretch>
        </p:blipFill>
        <p:spPr>
          <a:xfrm>
            <a:off x="0" y="0"/>
            <a:ext cx="9144000" cy="5143500"/>
          </a:xfrm>
          <a:prstGeom prst="rect">
            <a:avLst/>
          </a:prstGeom>
        </p:spPr>
      </p:pic>
      <p:pic>
        <p:nvPicPr>
          <p:cNvPr id="5" name="Picture 4" descr="A black square with white text&#10;&#10;AI-generated content may be incorrect.">
            <a:extLst>
              <a:ext uri="{FF2B5EF4-FFF2-40B4-BE49-F238E27FC236}">
                <a16:creationId xmlns:a16="http://schemas.microsoft.com/office/drawing/2014/main" id="{CFC6D385-9EB4-D708-2C38-DC758BFDEC2A}"/>
              </a:ext>
            </a:extLst>
          </p:cNvPr>
          <p:cNvPicPr>
            <a:picLocks noChangeAspect="1"/>
          </p:cNvPicPr>
          <p:nvPr/>
        </p:nvPicPr>
        <p:blipFill>
          <a:blip r:embed="rId8"/>
          <a:stretch>
            <a:fillRect/>
          </a:stretch>
        </p:blipFill>
        <p:spPr>
          <a:xfrm>
            <a:off x="7792344" y="93193"/>
            <a:ext cx="1200150" cy="1200150"/>
          </a:xfrm>
          <a:prstGeom prst="rect">
            <a:avLst/>
          </a:prstGeom>
        </p:spPr>
      </p:pic>
    </p:spTree>
    <p:extLst>
      <p:ext uri="{BB962C8B-B14F-4D97-AF65-F5344CB8AC3E}">
        <p14:creationId xmlns:p14="http://schemas.microsoft.com/office/powerpoint/2010/main" val="2192088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Tim Warner</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a:xfrm>
            <a:off x="1210101" y="0"/>
            <a:ext cx="5412767" cy="5143500"/>
          </a:xfrm>
        </p:spPr>
        <p:txBody>
          <a:bodyPr anchor="ctr"/>
          <a:lstStyle/>
          <a:p>
            <a:r>
              <a:rPr lang="en-US" dirty="0"/>
              <a:t>Based in Nashville, TN, US</a:t>
            </a:r>
          </a:p>
          <a:p>
            <a:r>
              <a:rPr lang="en-US" dirty="0"/>
              <a:t>28-year Microsoft Certified Trainer (MCT)</a:t>
            </a:r>
          </a:p>
          <a:p>
            <a:r>
              <a:rPr lang="en-US" dirty="0"/>
              <a:t>6-year Microsoft MVP in Azure AI</a:t>
            </a:r>
          </a:p>
          <a:p>
            <a:r>
              <a:rPr lang="en-US" dirty="0"/>
              <a:t>Contact: </a:t>
            </a:r>
            <a:r>
              <a:rPr lang="en-US" b="1" dirty="0">
                <a:solidFill>
                  <a:srgbClr val="0070C0"/>
                </a:solidFill>
              </a:rPr>
              <a:t>TechTrainerTim.com</a:t>
            </a:r>
          </a:p>
        </p:txBody>
      </p:sp>
      <p:pic>
        <p:nvPicPr>
          <p:cNvPr id="4" name="Picture 3" descr="A person wearing glasses and a black jacket&#10;&#10;Description automatically generated">
            <a:extLst>
              <a:ext uri="{FF2B5EF4-FFF2-40B4-BE49-F238E27FC236}">
                <a16:creationId xmlns:a16="http://schemas.microsoft.com/office/drawing/2014/main" id="{1AA0544B-0605-925D-D660-448D42C54C4A}"/>
              </a:ext>
            </a:extLst>
          </p:cNvPr>
          <p:cNvPicPr>
            <a:picLocks noChangeAspect="1"/>
          </p:cNvPicPr>
          <p:nvPr/>
        </p:nvPicPr>
        <p:blipFill>
          <a:blip r:embed="rId2"/>
          <a:stretch>
            <a:fillRect/>
          </a:stretch>
        </p:blipFill>
        <p:spPr>
          <a:xfrm>
            <a:off x="6477638" y="1618786"/>
            <a:ext cx="2313384" cy="1994670"/>
          </a:xfrm>
          <a:prstGeom prst="rect">
            <a:avLst/>
          </a:prstGeom>
        </p:spPr>
      </p:pic>
    </p:spTree>
    <p:extLst>
      <p:ext uri="{BB962C8B-B14F-4D97-AF65-F5344CB8AC3E}">
        <p14:creationId xmlns:p14="http://schemas.microsoft.com/office/powerpoint/2010/main" val="189248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Learning Goals</a:t>
            </a:r>
          </a:p>
        </p:txBody>
      </p:sp>
      <p:sp>
        <p:nvSpPr>
          <p:cNvPr id="3" name="Content Placeholder 2">
            <a:extLst>
              <a:ext uri="{FF2B5EF4-FFF2-40B4-BE49-F238E27FC236}">
                <a16:creationId xmlns:a16="http://schemas.microsoft.com/office/drawing/2014/main" id="{510B1FA3-9927-F74A-8D15-783CB3AE14C0}"/>
              </a:ext>
            </a:extLst>
          </p:cNvPr>
          <p:cNvSpPr>
            <a:spLocks noGrp="1"/>
          </p:cNvSpPr>
          <p:nvPr>
            <p:ph idx="1"/>
          </p:nvPr>
        </p:nvSpPr>
        <p:spPr/>
        <p:txBody>
          <a:bodyPr/>
          <a:lstStyle/>
          <a:p>
            <a:r>
              <a:rPr lang="en-US" dirty="0"/>
              <a:t>Achieve your GitHub Copilot certification</a:t>
            </a:r>
          </a:p>
          <a:p>
            <a:r>
              <a:rPr lang="en-US" dirty="0"/>
              <a:t>Enhance your development efficiency</a:t>
            </a:r>
          </a:p>
          <a:p>
            <a:endParaRPr lang="en-US" dirty="0"/>
          </a:p>
          <a:p>
            <a:endParaRPr lang="en-GB" dirty="0"/>
          </a:p>
          <a:p>
            <a:endParaRPr lang="en-US" dirty="0"/>
          </a:p>
        </p:txBody>
      </p:sp>
      <p:grpSp>
        <p:nvGrpSpPr>
          <p:cNvPr id="4" name="Group 3">
            <a:extLst>
              <a:ext uri="{FF2B5EF4-FFF2-40B4-BE49-F238E27FC236}">
                <a16:creationId xmlns:a16="http://schemas.microsoft.com/office/drawing/2014/main" id="{3A924E20-17A1-BDC1-F85F-8CC171610F7D}"/>
              </a:ext>
            </a:extLst>
          </p:cNvPr>
          <p:cNvGrpSpPr/>
          <p:nvPr/>
        </p:nvGrpSpPr>
        <p:grpSpPr>
          <a:xfrm>
            <a:off x="3352800" y="1659623"/>
            <a:ext cx="2441058" cy="2669106"/>
            <a:chOff x="10289666" y="6717521"/>
            <a:chExt cx="3048000" cy="3052212"/>
          </a:xfrm>
        </p:grpSpPr>
        <p:pic>
          <p:nvPicPr>
            <p:cNvPr id="5" name="Picture 2">
              <a:extLst>
                <a:ext uri="{FF2B5EF4-FFF2-40B4-BE49-F238E27FC236}">
                  <a16:creationId xmlns:a16="http://schemas.microsoft.com/office/drawing/2014/main" id="{30F2AFAB-4239-9CFD-F5DF-46BC01ED9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3666" y="8245733"/>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1748CB87-2620-B664-FACD-7B56F5ADBC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9666" y="8241521"/>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B9CE26E-D3C1-E935-E57F-60B6803D14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13666" y="6717521"/>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1DEFB444-82A8-FA14-13BF-DBC5A5DEF3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9666" y="6740298"/>
              <a:ext cx="1524000" cy="1524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57478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146CF2-1033-1D6A-4041-35049987BDC1}"/>
              </a:ext>
            </a:extLst>
          </p:cNvPr>
          <p:cNvSpPr>
            <a:spLocks noGrp="1"/>
          </p:cNvSpPr>
          <p:nvPr>
            <p:ph type="title"/>
          </p:nvPr>
        </p:nvSpPr>
        <p:spPr>
          <a:xfrm>
            <a:off x="1143000" y="-19050"/>
            <a:ext cx="7548179" cy="560552"/>
          </a:xfrm>
        </p:spPr>
        <p:txBody>
          <a:bodyPr/>
          <a:lstStyle/>
          <a:p>
            <a:r>
              <a:rPr lang="en-US" sz="3200" dirty="0"/>
              <a:t>Course Flow (Central Time Zone)</a:t>
            </a:r>
          </a:p>
        </p:txBody>
      </p:sp>
      <p:sp>
        <p:nvSpPr>
          <p:cNvPr id="5" name="Content Placeholder 4">
            <a:extLst>
              <a:ext uri="{FF2B5EF4-FFF2-40B4-BE49-F238E27FC236}">
                <a16:creationId xmlns:a16="http://schemas.microsoft.com/office/drawing/2014/main" id="{58ABDDE3-ED2D-5076-01A2-9459E36154BB}"/>
              </a:ext>
            </a:extLst>
          </p:cNvPr>
          <p:cNvSpPr>
            <a:spLocks noGrp="1"/>
          </p:cNvSpPr>
          <p:nvPr>
            <p:ph idx="1"/>
          </p:nvPr>
        </p:nvSpPr>
        <p:spPr>
          <a:xfrm>
            <a:off x="609600" y="971550"/>
            <a:ext cx="8915400" cy="3810000"/>
          </a:xfrm>
        </p:spPr>
        <p:txBody>
          <a:bodyPr/>
          <a:lstStyle/>
          <a:p>
            <a:r>
              <a:rPr lang="en-US" sz="2000" dirty="0"/>
              <a:t>09:00 am  -  Start - Segment 1 </a:t>
            </a:r>
            <a:r>
              <a:rPr lang="en-US" sz="2000" b="1" dirty="0">
                <a:solidFill>
                  <a:schemeClr val="accent1"/>
                </a:solidFill>
              </a:rPr>
              <a:t>[Getting Started]</a:t>
            </a:r>
          </a:p>
          <a:p>
            <a:r>
              <a:rPr lang="en-US" sz="2000" dirty="0"/>
              <a:t>10:00 am  -  10-minute break - Segment 2 </a:t>
            </a:r>
            <a:r>
              <a:rPr lang="en-US" sz="2000" b="1" dirty="0">
                <a:solidFill>
                  <a:schemeClr val="accent1"/>
                </a:solidFill>
              </a:rPr>
              <a:t>[Chat &amp; Extensions]</a:t>
            </a:r>
          </a:p>
          <a:p>
            <a:r>
              <a:rPr lang="en-US" sz="2000" dirty="0"/>
              <a:t>11:00 am   -  10-minute break - Segment 3 </a:t>
            </a:r>
            <a:r>
              <a:rPr lang="en-US" sz="2000" b="1" dirty="0">
                <a:solidFill>
                  <a:schemeClr val="accent1"/>
                </a:solidFill>
              </a:rPr>
              <a:t>[Agentic AI, GHAS]</a:t>
            </a:r>
          </a:p>
          <a:p>
            <a:r>
              <a:rPr lang="en-US" sz="2000" dirty="0"/>
              <a:t>12:00 pm   - 10-minute break - Segment 4 </a:t>
            </a:r>
            <a:r>
              <a:rPr lang="en-US" sz="2000" b="1" dirty="0">
                <a:solidFill>
                  <a:schemeClr val="accent1"/>
                </a:solidFill>
              </a:rPr>
              <a:t>[Emerging Features]</a:t>
            </a:r>
          </a:p>
          <a:p>
            <a:r>
              <a:rPr lang="en-US" sz="2000" dirty="0"/>
              <a:t>01:00 pm  -  10-minute break - Segment 5 </a:t>
            </a:r>
            <a:r>
              <a:rPr lang="en-US" sz="2000" b="1" dirty="0">
                <a:solidFill>
                  <a:schemeClr val="accent1"/>
                </a:solidFill>
              </a:rPr>
              <a:t>[Cert Study]</a:t>
            </a:r>
          </a:p>
          <a:p>
            <a:r>
              <a:rPr lang="en-US" sz="2000" dirty="0"/>
              <a:t>02:00 pm -  Finish</a:t>
            </a:r>
          </a:p>
        </p:txBody>
      </p:sp>
    </p:spTree>
    <p:extLst>
      <p:ext uri="{BB962C8B-B14F-4D97-AF65-F5344CB8AC3E}">
        <p14:creationId xmlns:p14="http://schemas.microsoft.com/office/powerpoint/2010/main" val="4098099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4166-601F-40DD-95B0-100D121D02EF}"/>
              </a:ext>
            </a:extLst>
          </p:cNvPr>
          <p:cNvSpPr>
            <a:spLocks noGrp="1"/>
          </p:cNvSpPr>
          <p:nvPr>
            <p:ph type="title"/>
          </p:nvPr>
        </p:nvSpPr>
        <p:spPr/>
        <p:txBody>
          <a:bodyPr/>
          <a:lstStyle/>
          <a:p>
            <a:r>
              <a:rPr lang="en-US" dirty="0"/>
              <a:t>Course materials</a:t>
            </a:r>
          </a:p>
        </p:txBody>
      </p:sp>
      <p:sp>
        <p:nvSpPr>
          <p:cNvPr id="7" name="Rectangle 6">
            <a:extLst>
              <a:ext uri="{FF2B5EF4-FFF2-40B4-BE49-F238E27FC236}">
                <a16:creationId xmlns:a16="http://schemas.microsoft.com/office/drawing/2014/main" id="{2261ADE4-9EEE-29A6-C5EE-F9443C0FC968}"/>
              </a:ext>
            </a:extLst>
          </p:cNvPr>
          <p:cNvSpPr/>
          <p:nvPr/>
        </p:nvSpPr>
        <p:spPr>
          <a:xfrm>
            <a:off x="211479" y="2114550"/>
            <a:ext cx="8721042" cy="523220"/>
          </a:xfrm>
          <a:prstGeom prst="rect">
            <a:avLst/>
          </a:prstGeom>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en-US" sz="28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rPr>
              <a:t>go.techtrainertim.com/</a:t>
            </a:r>
            <a:r>
              <a:rPr lang="en-US" sz="2800" dirty="0" err="1">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rPr>
              <a:t>copilotcert</a:t>
            </a:r>
            <a:endParaRPr lang="en-US" sz="2800" dirty="0">
              <a:ln w="0">
                <a:solidFill>
                  <a:sysClr val="windowText" lastClr="000000"/>
                </a:solidFill>
              </a:ln>
              <a:solidFill>
                <a:schemeClr val="accent1"/>
              </a:solidFill>
              <a:effectLst>
                <a:outerShdw blurRad="38100" dist="25400" dir="5400000" algn="ctr" rotWithShape="0">
                  <a:srgbClr val="6E747A">
                    <a:alpha val="43000"/>
                  </a:srgbClr>
                </a:outerShdw>
              </a:effectLst>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2565182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3FAACF69-3017-B7D2-FCBA-AC7EBD5A45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66750"/>
            <a:ext cx="8000999" cy="430053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3254D71-9EFB-887A-BE67-D83747A3C063}"/>
              </a:ext>
            </a:extLst>
          </p:cNvPr>
          <p:cNvSpPr>
            <a:spLocks noGrp="1"/>
          </p:cNvSpPr>
          <p:nvPr>
            <p:ph idx="1"/>
          </p:nvPr>
        </p:nvSpPr>
        <p:spPr>
          <a:xfrm>
            <a:off x="-4072" y="4857750"/>
            <a:ext cx="9144000" cy="461579"/>
          </a:xfrm>
        </p:spPr>
        <p:txBody>
          <a:bodyPr/>
          <a:lstStyle/>
          <a:p>
            <a:r>
              <a:rPr lang="en-US" sz="1100" dirty="0"/>
              <a:t>Reference: </a:t>
            </a:r>
            <a:r>
              <a:rPr lang="en-US" sz="1100" dirty="0">
                <a:hlinkClick r:id="rId3"/>
              </a:rPr>
              <a:t>https://github.com/dduzgun-security/github-enterprise-cloud-configuration</a:t>
            </a:r>
            <a:endParaRPr lang="en-US" sz="1100" dirty="0"/>
          </a:p>
        </p:txBody>
      </p:sp>
      <p:sp>
        <p:nvSpPr>
          <p:cNvPr id="2" name="Title 1">
            <a:extLst>
              <a:ext uri="{FF2B5EF4-FFF2-40B4-BE49-F238E27FC236}">
                <a16:creationId xmlns:a16="http://schemas.microsoft.com/office/drawing/2014/main" id="{AC41716C-6780-2A04-F0A5-B83B6E40F1D6}"/>
              </a:ext>
            </a:extLst>
          </p:cNvPr>
          <p:cNvSpPr>
            <a:spLocks noGrp="1"/>
          </p:cNvSpPr>
          <p:nvPr>
            <p:ph type="title"/>
          </p:nvPr>
        </p:nvSpPr>
        <p:spPr/>
        <p:txBody>
          <a:bodyPr/>
          <a:lstStyle/>
          <a:p>
            <a:r>
              <a:rPr lang="en-US" dirty="0"/>
              <a:t>GitHub Enterprise Cloud (GHEC)</a:t>
            </a:r>
          </a:p>
        </p:txBody>
      </p:sp>
    </p:spTree>
    <p:extLst>
      <p:ext uri="{BB962C8B-B14F-4D97-AF65-F5344CB8AC3E}">
        <p14:creationId xmlns:p14="http://schemas.microsoft.com/office/powerpoint/2010/main" val="3991907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51AF7529-3EF3-F0A5-72E3-978DA3B5FDE4}"/>
              </a:ext>
            </a:extLst>
          </p:cNvPr>
          <p:cNvPicPr>
            <a:picLocks noChangeAspect="1"/>
          </p:cNvPicPr>
          <p:nvPr/>
        </p:nvPicPr>
        <p:blipFill>
          <a:blip r:embed="rId2"/>
          <a:stretch>
            <a:fillRect/>
          </a:stretch>
        </p:blipFill>
        <p:spPr>
          <a:xfrm>
            <a:off x="1525270" y="917060"/>
            <a:ext cx="6093460" cy="4145898"/>
          </a:xfrm>
          <a:prstGeom prst="rect">
            <a:avLst/>
          </a:prstGeom>
        </p:spPr>
      </p:pic>
    </p:spTree>
    <p:extLst>
      <p:ext uri="{BB962C8B-B14F-4D97-AF65-F5344CB8AC3E}">
        <p14:creationId xmlns:p14="http://schemas.microsoft.com/office/powerpoint/2010/main" val="219175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07BDE609-3102-33A5-0D76-F8404830B597}"/>
              </a:ext>
            </a:extLst>
          </p:cNvPr>
          <p:cNvPicPr>
            <a:picLocks noChangeAspect="1"/>
          </p:cNvPicPr>
          <p:nvPr/>
        </p:nvPicPr>
        <p:blipFill>
          <a:blip r:embed="rId2"/>
          <a:stretch>
            <a:fillRect/>
          </a:stretch>
        </p:blipFill>
        <p:spPr>
          <a:xfrm>
            <a:off x="2273166" y="884150"/>
            <a:ext cx="5042034" cy="4204717"/>
          </a:xfrm>
          <a:prstGeom prst="rect">
            <a:avLst/>
          </a:prstGeom>
        </p:spPr>
      </p:pic>
    </p:spTree>
    <p:extLst>
      <p:ext uri="{BB962C8B-B14F-4D97-AF65-F5344CB8AC3E}">
        <p14:creationId xmlns:p14="http://schemas.microsoft.com/office/powerpoint/2010/main" val="23989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pic>
        <p:nvPicPr>
          <p:cNvPr id="2" name="Picture 1">
            <a:extLst>
              <a:ext uri="{FF2B5EF4-FFF2-40B4-BE49-F238E27FC236}">
                <a16:creationId xmlns:a16="http://schemas.microsoft.com/office/drawing/2014/main" id="{ED3D589A-55D8-E106-C2FD-6D91BE7041E3}"/>
              </a:ext>
            </a:extLst>
          </p:cNvPr>
          <p:cNvPicPr>
            <a:picLocks noChangeAspect="1"/>
          </p:cNvPicPr>
          <p:nvPr/>
        </p:nvPicPr>
        <p:blipFill>
          <a:blip r:embed="rId2"/>
          <a:stretch>
            <a:fillRect/>
          </a:stretch>
        </p:blipFill>
        <p:spPr>
          <a:xfrm>
            <a:off x="1819175" y="958796"/>
            <a:ext cx="5505651" cy="4014803"/>
          </a:xfrm>
          <a:prstGeom prst="rect">
            <a:avLst/>
          </a:prstGeom>
        </p:spPr>
      </p:pic>
    </p:spTree>
    <p:extLst>
      <p:ext uri="{BB962C8B-B14F-4D97-AF65-F5344CB8AC3E}">
        <p14:creationId xmlns:p14="http://schemas.microsoft.com/office/powerpoint/2010/main" val="1150841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DD37B3-18F7-D301-D43D-BDB6B4ED5A74}"/>
              </a:ext>
            </a:extLst>
          </p:cNvPr>
          <p:cNvSpPr>
            <a:spLocks noGrp="1"/>
          </p:cNvSpPr>
          <p:nvPr>
            <p:ph type="title"/>
          </p:nvPr>
        </p:nvSpPr>
        <p:spPr/>
        <p:txBody>
          <a:bodyPr/>
          <a:lstStyle/>
          <a:p>
            <a:r>
              <a:rPr lang="en-US" dirty="0"/>
              <a:t>Session Recording + Badge</a:t>
            </a:r>
          </a:p>
        </p:txBody>
      </p:sp>
      <p:sp>
        <p:nvSpPr>
          <p:cNvPr id="4" name="Content Placeholder 3">
            <a:extLst>
              <a:ext uri="{FF2B5EF4-FFF2-40B4-BE49-F238E27FC236}">
                <a16:creationId xmlns:a16="http://schemas.microsoft.com/office/drawing/2014/main" id="{36ABFEBF-5A09-4AF5-A729-2BA151A8BA2D}"/>
              </a:ext>
            </a:extLst>
          </p:cNvPr>
          <p:cNvSpPr>
            <a:spLocks noGrp="1"/>
          </p:cNvSpPr>
          <p:nvPr>
            <p:ph idx="1"/>
          </p:nvPr>
        </p:nvSpPr>
        <p:spPr/>
        <p:txBody>
          <a:bodyPr/>
          <a:lstStyle/>
          <a:p>
            <a:endParaRPr lang="en-US"/>
          </a:p>
        </p:txBody>
      </p:sp>
      <p:pic>
        <p:nvPicPr>
          <p:cNvPr id="2" name="Picture 1">
            <a:extLst>
              <a:ext uri="{FF2B5EF4-FFF2-40B4-BE49-F238E27FC236}">
                <a16:creationId xmlns:a16="http://schemas.microsoft.com/office/drawing/2014/main" id="{0E569151-7122-0468-8CFE-079000584105}"/>
              </a:ext>
            </a:extLst>
          </p:cNvPr>
          <p:cNvPicPr>
            <a:picLocks noChangeAspect="1"/>
          </p:cNvPicPr>
          <p:nvPr/>
        </p:nvPicPr>
        <p:blipFill>
          <a:blip r:embed="rId2"/>
          <a:stretch>
            <a:fillRect/>
          </a:stretch>
        </p:blipFill>
        <p:spPr>
          <a:xfrm>
            <a:off x="2676102" y="932046"/>
            <a:ext cx="3791797" cy="3929583"/>
          </a:xfrm>
          <a:prstGeom prst="rect">
            <a:avLst/>
          </a:prstGeom>
        </p:spPr>
      </p:pic>
    </p:spTree>
    <p:extLst>
      <p:ext uri="{BB962C8B-B14F-4D97-AF65-F5344CB8AC3E}">
        <p14:creationId xmlns:p14="http://schemas.microsoft.com/office/powerpoint/2010/main" val="12792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Tim's IT Certification Study Model</a:t>
            </a:r>
          </a:p>
        </p:txBody>
      </p:sp>
      <p:grpSp>
        <p:nvGrpSpPr>
          <p:cNvPr id="10" name="Group 9">
            <a:extLst>
              <a:ext uri="{FF2B5EF4-FFF2-40B4-BE49-F238E27FC236}">
                <a16:creationId xmlns:a16="http://schemas.microsoft.com/office/drawing/2014/main" id="{D1B1122D-9177-6236-3A23-81E9FE9D3D57}"/>
              </a:ext>
            </a:extLst>
          </p:cNvPr>
          <p:cNvGrpSpPr/>
          <p:nvPr/>
        </p:nvGrpSpPr>
        <p:grpSpPr>
          <a:xfrm>
            <a:off x="1025607" y="810634"/>
            <a:ext cx="7083648" cy="3968535"/>
            <a:chOff x="1025607" y="810634"/>
            <a:chExt cx="7083648" cy="3968535"/>
          </a:xfrm>
        </p:grpSpPr>
        <p:pic>
          <p:nvPicPr>
            <p:cNvPr id="5" name="Picture 4" descr="A wooden stool with text on it&#10;&#10;AI-generated content may be incorrect.">
              <a:extLst>
                <a:ext uri="{FF2B5EF4-FFF2-40B4-BE49-F238E27FC236}">
                  <a16:creationId xmlns:a16="http://schemas.microsoft.com/office/drawing/2014/main" id="{215FEF25-F898-F71F-0EF5-D48AB82DFE0F}"/>
                </a:ext>
              </a:extLst>
            </p:cNvPr>
            <p:cNvPicPr>
              <a:picLocks noChangeAspect="1"/>
            </p:cNvPicPr>
            <p:nvPr/>
          </p:nvPicPr>
          <p:blipFill>
            <a:blip r:embed="rId2"/>
            <a:stretch>
              <a:fillRect/>
            </a:stretch>
          </p:blipFill>
          <p:spPr>
            <a:xfrm>
              <a:off x="1025607" y="810634"/>
              <a:ext cx="7083648" cy="3968535"/>
            </a:xfrm>
            <a:prstGeom prst="rect">
              <a:avLst/>
            </a:prstGeom>
          </p:spPr>
        </p:pic>
        <p:pic>
          <p:nvPicPr>
            <p:cNvPr id="9" name="Picture 8">
              <a:extLst>
                <a:ext uri="{FF2B5EF4-FFF2-40B4-BE49-F238E27FC236}">
                  <a16:creationId xmlns:a16="http://schemas.microsoft.com/office/drawing/2014/main" id="{B2126A8E-EA8E-9EE9-AD1F-32BB2E39C6C8}"/>
                </a:ext>
              </a:extLst>
            </p:cNvPr>
            <p:cNvPicPr>
              <a:picLocks noChangeAspect="1"/>
            </p:cNvPicPr>
            <p:nvPr/>
          </p:nvPicPr>
          <p:blipFill>
            <a:blip r:embed="rId3"/>
            <a:stretch>
              <a:fillRect/>
            </a:stretch>
          </p:blipFill>
          <p:spPr>
            <a:xfrm>
              <a:off x="1585279" y="917086"/>
              <a:ext cx="5431538" cy="411199"/>
            </a:xfrm>
            <a:prstGeom prst="rect">
              <a:avLst/>
            </a:prstGeom>
          </p:spPr>
        </p:pic>
      </p:grpSp>
    </p:spTree>
    <p:extLst>
      <p:ext uri="{BB962C8B-B14F-4D97-AF65-F5344CB8AC3E}">
        <p14:creationId xmlns:p14="http://schemas.microsoft.com/office/powerpoint/2010/main" val="2973039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C82EA-B29A-B1D3-D703-466EB5E360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BB3527-5A14-9316-5B4B-4192A2ED725E}"/>
              </a:ext>
            </a:extLst>
          </p:cNvPr>
          <p:cNvSpPr>
            <a:spLocks noGrp="1"/>
          </p:cNvSpPr>
          <p:nvPr>
            <p:ph type="title"/>
          </p:nvPr>
        </p:nvSpPr>
        <p:spPr/>
        <p:txBody>
          <a:bodyPr/>
          <a:lstStyle/>
          <a:p>
            <a:r>
              <a:rPr lang="en-US" dirty="0"/>
              <a:t>Keeping an LLM on task be like…</a:t>
            </a:r>
          </a:p>
        </p:txBody>
      </p:sp>
      <p:pic>
        <p:nvPicPr>
          <p:cNvPr id="2" name="Picture 1">
            <a:extLst>
              <a:ext uri="{FF2B5EF4-FFF2-40B4-BE49-F238E27FC236}">
                <a16:creationId xmlns:a16="http://schemas.microsoft.com/office/drawing/2014/main" id="{D6DE17B6-E4BD-39E0-5D76-AA90DED86A3A}"/>
              </a:ext>
            </a:extLst>
          </p:cNvPr>
          <p:cNvPicPr>
            <a:picLocks noChangeAspect="1"/>
          </p:cNvPicPr>
          <p:nvPr/>
        </p:nvPicPr>
        <p:blipFill>
          <a:blip r:embed="rId2"/>
          <a:stretch>
            <a:fillRect/>
          </a:stretch>
        </p:blipFill>
        <p:spPr>
          <a:xfrm>
            <a:off x="-1126968" y="1198664"/>
            <a:ext cx="5698968" cy="3704329"/>
          </a:xfrm>
          <a:prstGeom prst="rect">
            <a:avLst/>
          </a:prstGeom>
        </p:spPr>
      </p:pic>
      <p:pic>
        <p:nvPicPr>
          <p:cNvPr id="1026" name="Picture 2">
            <a:extLst>
              <a:ext uri="{FF2B5EF4-FFF2-40B4-BE49-F238E27FC236}">
                <a16:creationId xmlns:a16="http://schemas.microsoft.com/office/drawing/2014/main" id="{495F42CE-6603-D297-315F-9703E5FFA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8376" y="943313"/>
            <a:ext cx="2173344" cy="30015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video game&#10;&#10;AI-generated content may be incorrect.">
            <a:extLst>
              <a:ext uri="{FF2B5EF4-FFF2-40B4-BE49-F238E27FC236}">
                <a16:creationId xmlns:a16="http://schemas.microsoft.com/office/drawing/2014/main" id="{8C020B90-36D8-CFFE-D5B4-D8C073A2D5ED}"/>
              </a:ext>
            </a:extLst>
          </p:cNvPr>
          <p:cNvPicPr>
            <a:picLocks noChangeAspect="1"/>
          </p:cNvPicPr>
          <p:nvPr/>
        </p:nvPicPr>
        <p:blipFill>
          <a:blip r:embed="rId4"/>
          <a:stretch>
            <a:fillRect/>
          </a:stretch>
        </p:blipFill>
        <p:spPr>
          <a:xfrm>
            <a:off x="5059329" y="2716298"/>
            <a:ext cx="3886200" cy="2186696"/>
          </a:xfrm>
          <a:prstGeom prst="rect">
            <a:avLst/>
          </a:prstGeom>
        </p:spPr>
      </p:pic>
    </p:spTree>
    <p:extLst>
      <p:ext uri="{BB962C8B-B14F-4D97-AF65-F5344CB8AC3E}">
        <p14:creationId xmlns:p14="http://schemas.microsoft.com/office/powerpoint/2010/main" val="1761603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a:xfrm>
            <a:off x="4419600" y="45063"/>
            <a:ext cx="4800599" cy="560552"/>
          </a:xfrm>
        </p:spPr>
        <p:txBody>
          <a:bodyPr/>
          <a:lstStyle/>
          <a:p>
            <a:r>
              <a:rPr lang="en-US" sz="2400" dirty="0"/>
              <a:t>GPT Basic Architecture</a:t>
            </a:r>
          </a:p>
        </p:txBody>
      </p:sp>
      <p:sp>
        <p:nvSpPr>
          <p:cNvPr id="2" name="Content Placeholder 1">
            <a:extLst>
              <a:ext uri="{FF2B5EF4-FFF2-40B4-BE49-F238E27FC236}">
                <a16:creationId xmlns:a16="http://schemas.microsoft.com/office/drawing/2014/main" id="{0A4E6C86-3AB7-B56E-9E7C-8D5CA1B2F6E6}"/>
              </a:ext>
            </a:extLst>
          </p:cNvPr>
          <p:cNvSpPr>
            <a:spLocks noGrp="1"/>
          </p:cNvSpPr>
          <p:nvPr>
            <p:ph idx="1"/>
          </p:nvPr>
        </p:nvSpPr>
        <p:spPr/>
        <p:txBody>
          <a:bodyPr/>
          <a:lstStyle/>
          <a:p>
            <a:endParaRPr lang="en-US" dirty="0"/>
          </a:p>
        </p:txBody>
      </p:sp>
      <p:sp>
        <p:nvSpPr>
          <p:cNvPr id="7" name="Rectangle: Rounded Corners 6">
            <a:extLst>
              <a:ext uri="{FF2B5EF4-FFF2-40B4-BE49-F238E27FC236}">
                <a16:creationId xmlns:a16="http://schemas.microsoft.com/office/drawing/2014/main" id="{DBA6670C-6B52-36F3-F3FC-59A95DB432BB}"/>
              </a:ext>
            </a:extLst>
          </p:cNvPr>
          <p:cNvSpPr/>
          <p:nvPr/>
        </p:nvSpPr>
        <p:spPr>
          <a:xfrm>
            <a:off x="4615609" y="1309796"/>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OpenAI GPT 4o Image Generation</a:t>
            </a:r>
          </a:p>
        </p:txBody>
      </p:sp>
      <p:pic>
        <p:nvPicPr>
          <p:cNvPr id="3" name="Picture 2" descr="A computer screen shot of a person working on a computer&#10;&#10;AI-generated content may be incorrect.">
            <a:extLst>
              <a:ext uri="{FF2B5EF4-FFF2-40B4-BE49-F238E27FC236}">
                <a16:creationId xmlns:a16="http://schemas.microsoft.com/office/drawing/2014/main" id="{106581FD-C97A-DD08-CEFD-70A7A5465ED3}"/>
              </a:ext>
            </a:extLst>
          </p:cNvPr>
          <p:cNvPicPr>
            <a:picLocks noChangeAspect="1"/>
          </p:cNvPicPr>
          <p:nvPr/>
        </p:nvPicPr>
        <p:blipFill>
          <a:blip r:embed="rId2"/>
          <a:stretch>
            <a:fillRect/>
          </a:stretch>
        </p:blipFill>
        <p:spPr>
          <a:xfrm>
            <a:off x="-6350" y="0"/>
            <a:ext cx="3429000" cy="5143500"/>
          </a:xfrm>
          <a:prstGeom prst="rect">
            <a:avLst/>
          </a:prstGeom>
        </p:spPr>
      </p:pic>
      <p:sp>
        <p:nvSpPr>
          <p:cNvPr id="5" name="Rectangle: Rounded Corners 4">
            <a:extLst>
              <a:ext uri="{FF2B5EF4-FFF2-40B4-BE49-F238E27FC236}">
                <a16:creationId xmlns:a16="http://schemas.microsoft.com/office/drawing/2014/main" id="{939DD4C6-31E9-9EBA-D8E0-A076FDED9DB8}"/>
              </a:ext>
            </a:extLst>
          </p:cNvPr>
          <p:cNvSpPr/>
          <p:nvPr/>
        </p:nvSpPr>
        <p:spPr>
          <a:xfrm>
            <a:off x="4615609" y="1945637"/>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Multimodal generative AI</a:t>
            </a:r>
          </a:p>
        </p:txBody>
      </p:sp>
      <p:sp>
        <p:nvSpPr>
          <p:cNvPr id="8" name="Rectangle: Rounded Corners 7">
            <a:extLst>
              <a:ext uri="{FF2B5EF4-FFF2-40B4-BE49-F238E27FC236}">
                <a16:creationId xmlns:a16="http://schemas.microsoft.com/office/drawing/2014/main" id="{8598AF2B-330E-E919-60FC-6E8C67B55D66}"/>
              </a:ext>
            </a:extLst>
          </p:cNvPr>
          <p:cNvSpPr/>
          <p:nvPr/>
        </p:nvSpPr>
        <p:spPr>
          <a:xfrm>
            <a:off x="4615609" y="2639006"/>
            <a:ext cx="3450489" cy="4078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Two ways to improve model:</a:t>
            </a:r>
          </a:p>
        </p:txBody>
      </p:sp>
      <p:sp>
        <p:nvSpPr>
          <p:cNvPr id="9" name="Rectangle: Rounded Corners 8">
            <a:extLst>
              <a:ext uri="{FF2B5EF4-FFF2-40B4-BE49-F238E27FC236}">
                <a16:creationId xmlns:a16="http://schemas.microsoft.com/office/drawing/2014/main" id="{1FFB6A68-C2A6-3C3B-8533-B5B804842113}"/>
              </a:ext>
            </a:extLst>
          </p:cNvPr>
          <p:cNvSpPr/>
          <p:nvPr/>
        </p:nvSpPr>
        <p:spPr>
          <a:xfrm>
            <a:off x="4642859" y="3332376"/>
            <a:ext cx="3450489" cy="4078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Fine tuning</a:t>
            </a:r>
          </a:p>
        </p:txBody>
      </p:sp>
      <p:sp>
        <p:nvSpPr>
          <p:cNvPr id="10" name="Rectangle: Rounded Corners 9">
            <a:extLst>
              <a:ext uri="{FF2B5EF4-FFF2-40B4-BE49-F238E27FC236}">
                <a16:creationId xmlns:a16="http://schemas.microsoft.com/office/drawing/2014/main" id="{A63C8EDF-C364-7B2E-FDB4-0D6F26F01865}"/>
              </a:ext>
            </a:extLst>
          </p:cNvPr>
          <p:cNvSpPr/>
          <p:nvPr/>
        </p:nvSpPr>
        <p:spPr>
          <a:xfrm>
            <a:off x="4642859" y="3968217"/>
            <a:ext cx="3450489" cy="40787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Retrieval Augmented Generation (RAG)</a:t>
            </a:r>
          </a:p>
        </p:txBody>
      </p:sp>
    </p:spTree>
    <p:extLst>
      <p:ext uri="{BB962C8B-B14F-4D97-AF65-F5344CB8AC3E}">
        <p14:creationId xmlns:p14="http://schemas.microsoft.com/office/powerpoint/2010/main" val="196950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nchor="ctr">
            <a:normAutofit/>
          </a:bodyPr>
          <a:lstStyle/>
          <a:p>
            <a:r>
              <a:rPr lang="en-US" sz="2600" dirty="0"/>
              <a:t>Neural Network</a:t>
            </a:r>
          </a:p>
        </p:txBody>
      </p:sp>
      <p:sp>
        <p:nvSpPr>
          <p:cNvPr id="3" name="Content Placeholder 2">
            <a:extLst>
              <a:ext uri="{FF2B5EF4-FFF2-40B4-BE49-F238E27FC236}">
                <a16:creationId xmlns:a16="http://schemas.microsoft.com/office/drawing/2014/main" id="{D20832B3-0904-D0D8-CE00-3EAED25F8A57}"/>
              </a:ext>
            </a:extLst>
          </p:cNvPr>
          <p:cNvSpPr>
            <a:spLocks noGrp="1"/>
          </p:cNvSpPr>
          <p:nvPr>
            <p:ph idx="1"/>
          </p:nvPr>
        </p:nvSpPr>
        <p:spPr/>
        <p:txBody>
          <a:bodyPr/>
          <a:lstStyle/>
          <a:p>
            <a:endParaRPr lang="en-US"/>
          </a:p>
        </p:txBody>
      </p:sp>
      <p:pic>
        <p:nvPicPr>
          <p:cNvPr id="1026" name="Picture 2" descr="A close-up of words&#10;&#10;AI-generated content may be incorrect.">
            <a:extLst>
              <a:ext uri="{FF2B5EF4-FFF2-40B4-BE49-F238E27FC236}">
                <a16:creationId xmlns:a16="http://schemas.microsoft.com/office/drawing/2014/main" id="{A1FAC6E4-66C1-7C38-5A35-4CCE227C1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762" r="1" b="4380"/>
          <a:stretch>
            <a:fillRect/>
          </a:stretch>
        </p:blipFill>
        <p:spPr bwMode="auto">
          <a:xfrm>
            <a:off x="210639" y="1192531"/>
            <a:ext cx="8901073" cy="3684270"/>
          </a:xfrm>
          <a:prstGeom prst="rect">
            <a:avLst/>
          </a:prstGeom>
          <a:solidFill>
            <a:srgbClr val="FFFFFF"/>
          </a:solidFill>
        </p:spPr>
      </p:pic>
      <p:sp>
        <p:nvSpPr>
          <p:cNvPr id="2" name="TextBox 1">
            <a:extLst>
              <a:ext uri="{FF2B5EF4-FFF2-40B4-BE49-F238E27FC236}">
                <a16:creationId xmlns:a16="http://schemas.microsoft.com/office/drawing/2014/main" id="{977AA0ED-F7BF-4E6A-8045-70B6691C695E}"/>
              </a:ext>
            </a:extLst>
          </p:cNvPr>
          <p:cNvSpPr txBox="1"/>
          <p:nvPr/>
        </p:nvSpPr>
        <p:spPr>
          <a:xfrm>
            <a:off x="2664822" y="4351769"/>
            <a:ext cx="3888378" cy="457200"/>
          </a:xfrm>
          <a:prstGeom prst="rect">
            <a:avLst/>
          </a:prstGeom>
        </p:spPr>
        <p:txBody>
          <a:bodyPr vert="horz" wrap="none" lIns="0" tIns="16485" rIns="32970" bIns="16485" rtlCol="0" anchor="b" anchorCtr="0">
            <a:noAutofit/>
          </a:bodyPr>
          <a:lstStyle/>
          <a:p>
            <a:pPr defTabSz="219751">
              <a:lnSpc>
                <a:spcPct val="85000"/>
              </a:lnSpc>
              <a:spcBef>
                <a:spcPct val="0"/>
              </a:spcBef>
            </a:pPr>
            <a:r>
              <a:rPr lang="en-US" sz="1763" dirty="0">
                <a:solidFill>
                  <a:srgbClr val="E5E5E5">
                    <a:lumMod val="10000"/>
                  </a:srgbClr>
                </a:solidFill>
                <a:latin typeface="JetBrains Mono" panose="02000009000000000000" pitchFamily="49" charset="0"/>
                <a:ea typeface="JetBrains Mono" panose="02000009000000000000" pitchFamily="49" charset="0"/>
                <a:cs typeface="JetBrains Mono" panose="02000009000000000000" pitchFamily="49" charset="0"/>
              </a:rPr>
              <a:t>go.techtrainertim.com/cloud</a:t>
            </a:r>
          </a:p>
        </p:txBody>
      </p:sp>
    </p:spTree>
    <p:extLst>
      <p:ext uri="{BB962C8B-B14F-4D97-AF65-F5344CB8AC3E}">
        <p14:creationId xmlns:p14="http://schemas.microsoft.com/office/powerpoint/2010/main" val="3828197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nchor="ctr">
            <a:normAutofit/>
          </a:bodyPr>
          <a:lstStyle/>
          <a:p>
            <a:r>
              <a:rPr lang="en-US" sz="2600" dirty="0"/>
              <a:t>Context Length</a:t>
            </a:r>
          </a:p>
        </p:txBody>
      </p:sp>
      <p:sp>
        <p:nvSpPr>
          <p:cNvPr id="2" name="Content Placeholder 1">
            <a:extLst>
              <a:ext uri="{FF2B5EF4-FFF2-40B4-BE49-F238E27FC236}">
                <a16:creationId xmlns:a16="http://schemas.microsoft.com/office/drawing/2014/main" id="{6A152381-2B80-40E7-030A-ACD1FB91BA92}"/>
              </a:ext>
            </a:extLst>
          </p:cNvPr>
          <p:cNvSpPr>
            <a:spLocks noGrp="1"/>
          </p:cNvSpPr>
          <p:nvPr>
            <p:ph idx="1"/>
          </p:nvPr>
        </p:nvSpPr>
        <p:spPr/>
        <p:txBody>
          <a:bodyPr/>
          <a:lstStyle/>
          <a:p>
            <a:endParaRPr lang="en-US"/>
          </a:p>
        </p:txBody>
      </p:sp>
      <p:sp>
        <p:nvSpPr>
          <p:cNvPr id="3" name="Rectangle 2">
            <a:extLst>
              <a:ext uri="{FF2B5EF4-FFF2-40B4-BE49-F238E27FC236}">
                <a16:creationId xmlns:a16="http://schemas.microsoft.com/office/drawing/2014/main" id="{66069B31-C117-FF80-12FB-7819CAAC88F3}"/>
              </a:ext>
            </a:extLst>
          </p:cNvPr>
          <p:cNvSpPr/>
          <p:nvPr/>
        </p:nvSpPr>
        <p:spPr>
          <a:xfrm>
            <a:off x="3178629" y="1227909"/>
            <a:ext cx="2786743" cy="3370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AutoShape 2">
            <a:extLst>
              <a:ext uri="{FF2B5EF4-FFF2-40B4-BE49-F238E27FC236}">
                <a16:creationId xmlns:a16="http://schemas.microsoft.com/office/drawing/2014/main" id="{B09A37F9-5371-E08C-2988-F58331A9C5DE}"/>
              </a:ext>
            </a:extLst>
          </p:cNvPr>
          <p:cNvSpPr>
            <a:spLocks noChangeAspect="1" noChangeArrowheads="1"/>
          </p:cNvSpPr>
          <p:nvPr/>
        </p:nvSpPr>
        <p:spPr bwMode="auto">
          <a:xfrm>
            <a:off x="4495800" y="2495550"/>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900"/>
          </a:p>
        </p:txBody>
      </p:sp>
      <p:pic>
        <p:nvPicPr>
          <p:cNvPr id="7" name="Picture 6">
            <a:extLst>
              <a:ext uri="{FF2B5EF4-FFF2-40B4-BE49-F238E27FC236}">
                <a16:creationId xmlns:a16="http://schemas.microsoft.com/office/drawing/2014/main" id="{E6057E14-582F-61C2-51A5-8BA3F852736D}"/>
              </a:ext>
            </a:extLst>
          </p:cNvPr>
          <p:cNvPicPr>
            <a:picLocks noChangeAspect="1"/>
          </p:cNvPicPr>
          <p:nvPr/>
        </p:nvPicPr>
        <p:blipFill>
          <a:blip r:embed="rId2"/>
          <a:stretch>
            <a:fillRect/>
          </a:stretch>
        </p:blipFill>
        <p:spPr>
          <a:xfrm>
            <a:off x="1633550" y="1235010"/>
            <a:ext cx="1270066" cy="1260540"/>
          </a:xfrm>
          <a:prstGeom prst="rect">
            <a:avLst/>
          </a:prstGeom>
        </p:spPr>
      </p:pic>
      <p:sp>
        <p:nvSpPr>
          <p:cNvPr id="8" name="Arrow: Down 7">
            <a:extLst>
              <a:ext uri="{FF2B5EF4-FFF2-40B4-BE49-F238E27FC236}">
                <a16:creationId xmlns:a16="http://schemas.microsoft.com/office/drawing/2014/main" id="{538C64F8-B00E-597E-EAF8-21067C477DB1}"/>
              </a:ext>
            </a:extLst>
          </p:cNvPr>
          <p:cNvSpPr/>
          <p:nvPr/>
        </p:nvSpPr>
        <p:spPr>
          <a:xfrm>
            <a:off x="6322423" y="1271451"/>
            <a:ext cx="465909" cy="3326675"/>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900"/>
          </a:p>
        </p:txBody>
      </p:sp>
    </p:spTree>
    <p:extLst>
      <p:ext uri="{BB962C8B-B14F-4D97-AF65-F5344CB8AC3E}">
        <p14:creationId xmlns:p14="http://schemas.microsoft.com/office/powerpoint/2010/main" val="148434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C815F7-6039-0352-C851-3A305E6B4289}"/>
              </a:ext>
            </a:extLst>
          </p:cNvPr>
          <p:cNvSpPr>
            <a:spLocks noGrp="1"/>
          </p:cNvSpPr>
          <p:nvPr>
            <p:ph type="title"/>
          </p:nvPr>
        </p:nvSpPr>
        <p:spPr/>
        <p:txBody>
          <a:bodyPr/>
          <a:lstStyle/>
          <a:p>
            <a:r>
              <a:rPr lang="en-US" dirty="0"/>
              <a:t>Model Context Protocol (MCP) by Anthropic</a:t>
            </a:r>
          </a:p>
        </p:txBody>
      </p:sp>
      <p:pic>
        <p:nvPicPr>
          <p:cNvPr id="6" name="Picture 5">
            <a:extLst>
              <a:ext uri="{FF2B5EF4-FFF2-40B4-BE49-F238E27FC236}">
                <a16:creationId xmlns:a16="http://schemas.microsoft.com/office/drawing/2014/main" id="{FAB10FE5-2B4D-A127-0211-003035DBB90A}"/>
              </a:ext>
            </a:extLst>
          </p:cNvPr>
          <p:cNvPicPr>
            <a:picLocks noChangeAspect="1"/>
          </p:cNvPicPr>
          <p:nvPr/>
        </p:nvPicPr>
        <p:blipFill>
          <a:blip r:embed="rId2"/>
          <a:stretch>
            <a:fillRect/>
          </a:stretch>
        </p:blipFill>
        <p:spPr>
          <a:xfrm>
            <a:off x="1939856" y="1041829"/>
            <a:ext cx="5313525" cy="3613198"/>
          </a:xfrm>
          <a:prstGeom prst="rect">
            <a:avLst/>
          </a:prstGeom>
        </p:spPr>
      </p:pic>
      <p:sp>
        <p:nvSpPr>
          <p:cNvPr id="7" name="Rectangle: Rounded Corners 6">
            <a:extLst>
              <a:ext uri="{FF2B5EF4-FFF2-40B4-BE49-F238E27FC236}">
                <a16:creationId xmlns:a16="http://schemas.microsoft.com/office/drawing/2014/main" id="{DBA6670C-6B52-36F3-F3FC-59A95DB432BB}"/>
              </a:ext>
            </a:extLst>
          </p:cNvPr>
          <p:cNvSpPr/>
          <p:nvPr/>
        </p:nvSpPr>
        <p:spPr>
          <a:xfrm>
            <a:off x="3422650" y="4731226"/>
            <a:ext cx="2705100" cy="297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modelcontextprotocol.io</a:t>
            </a:r>
          </a:p>
        </p:txBody>
      </p:sp>
    </p:spTree>
    <p:extLst>
      <p:ext uri="{BB962C8B-B14F-4D97-AF65-F5344CB8AC3E}">
        <p14:creationId xmlns:p14="http://schemas.microsoft.com/office/powerpoint/2010/main" val="1713931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EFF8-D9AC-F84D-8949-EF6A66C51733}"/>
              </a:ext>
            </a:extLst>
          </p:cNvPr>
          <p:cNvSpPr>
            <a:spLocks noGrp="1"/>
          </p:cNvSpPr>
          <p:nvPr>
            <p:ph type="title"/>
          </p:nvPr>
        </p:nvSpPr>
        <p:spPr/>
        <p:txBody>
          <a:bodyPr/>
          <a:lstStyle/>
          <a:p>
            <a:r>
              <a:rPr lang="en-US" dirty="0"/>
              <a:t>Thank you!</a:t>
            </a:r>
          </a:p>
        </p:txBody>
      </p:sp>
      <p:graphicFrame>
        <p:nvGraphicFramePr>
          <p:cNvPr id="8" name="Content Placeholder 2">
            <a:extLst>
              <a:ext uri="{FF2B5EF4-FFF2-40B4-BE49-F238E27FC236}">
                <a16:creationId xmlns:a16="http://schemas.microsoft.com/office/drawing/2014/main" id="{D9943E7B-A596-34C1-5378-FDFF8C0F479F}"/>
              </a:ext>
            </a:extLst>
          </p:cNvPr>
          <p:cNvGraphicFramePr>
            <a:graphicFrameLocks noGrp="1"/>
          </p:cNvGraphicFramePr>
          <p:nvPr>
            <p:ph idx="1"/>
            <p:extLst>
              <p:ext uri="{D42A27DB-BD31-4B8C-83A1-F6EECF244321}">
                <p14:modId xmlns:p14="http://schemas.microsoft.com/office/powerpoint/2010/main" val="2530967046"/>
              </p:ext>
            </p:extLst>
          </p:nvPr>
        </p:nvGraphicFramePr>
        <p:xfrm>
          <a:off x="1327639" y="1669236"/>
          <a:ext cx="6659452" cy="2578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6C59AAAF-B358-CB73-933B-1E781924B5F1}"/>
              </a:ext>
            </a:extLst>
          </p:cNvPr>
          <p:cNvPicPr>
            <a:picLocks noChangeAspect="1"/>
          </p:cNvPicPr>
          <p:nvPr/>
        </p:nvPicPr>
        <p:blipFill>
          <a:blip r:embed="rId7"/>
          <a:stretch>
            <a:fillRect/>
          </a:stretch>
        </p:blipFill>
        <p:spPr>
          <a:xfrm>
            <a:off x="-32178" y="1977205"/>
            <a:ext cx="1189087" cy="1189087"/>
          </a:xfrm>
          <a:prstGeom prst="rect">
            <a:avLst/>
          </a:prstGeom>
        </p:spPr>
      </p:pic>
      <p:pic>
        <p:nvPicPr>
          <p:cNvPr id="4" name="Picture 3" descr="A person wearing glasses and a black jacket&#10;&#10;Description automatically generated">
            <a:extLst>
              <a:ext uri="{FF2B5EF4-FFF2-40B4-BE49-F238E27FC236}">
                <a16:creationId xmlns:a16="http://schemas.microsoft.com/office/drawing/2014/main" id="{92297AF4-D93F-A1DC-D317-3D9E6FDAA5AC}"/>
              </a:ext>
            </a:extLst>
          </p:cNvPr>
          <p:cNvPicPr>
            <a:picLocks noChangeAspect="1"/>
          </p:cNvPicPr>
          <p:nvPr/>
        </p:nvPicPr>
        <p:blipFill>
          <a:blip r:embed="rId8"/>
          <a:stretch>
            <a:fillRect/>
          </a:stretch>
        </p:blipFill>
        <p:spPr>
          <a:xfrm>
            <a:off x="6852858" y="1669236"/>
            <a:ext cx="2011305" cy="1734208"/>
          </a:xfrm>
          <a:prstGeom prst="rect">
            <a:avLst/>
          </a:prstGeom>
        </p:spPr>
      </p:pic>
    </p:spTree>
    <p:extLst>
      <p:ext uri="{BB962C8B-B14F-4D97-AF65-F5344CB8AC3E}">
        <p14:creationId xmlns:p14="http://schemas.microsoft.com/office/powerpoint/2010/main" val="4004251074"/>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16" ma:contentTypeDescription="Create a new document." ma:contentTypeScope="" ma:versionID="1da6bb5cfeb38e1ab2ab1c4a8f4937d6">
  <xsd:schema xmlns:xsd="http://www.w3.org/2001/XMLSchema" xmlns:xs="http://www.w3.org/2001/XMLSchema" xmlns:p="http://schemas.microsoft.com/office/2006/metadata/properties" xmlns:ns2="1501a101-02f8-4cb9-8ad4-ac4c2bb50a5e" xmlns:ns3="53af226d-ba0a-4b77-ace2-7e16defb8490" targetNamespace="http://schemas.microsoft.com/office/2006/metadata/properties" ma:root="true" ma:fieldsID="801b1b30ca996e77365ab32abcbf27d8" ns2:_="" ns3:_="">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D6709A-1285-445D-8507-9077DBC04879}">
  <ds:schemaRefs>
    <ds:schemaRef ds:uri="http://schemas.microsoft.com/sharepoint/v3/contenttype/forms"/>
  </ds:schemaRefs>
</ds:datastoreItem>
</file>

<file path=customXml/itemProps2.xml><?xml version="1.0" encoding="utf-8"?>
<ds:datastoreItem xmlns:ds="http://schemas.openxmlformats.org/officeDocument/2006/customXml" ds:itemID="{094A569E-5259-4F26-8F5F-707FFDFDFFD5}">
  <ds:schemaRefs>
    <ds:schemaRef ds:uri="1501a101-02f8-4cb9-8ad4-ac4c2bb50a5e"/>
    <ds:schemaRef ds:uri="53af226d-ba0a-4b77-ace2-7e16defb8490"/>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3987D0E-8AD6-44B0-B42F-EA7CD1B4DB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Standard_LiveLessons_2017.potm</Template>
  <TotalTime>10284</TotalTime>
  <Words>415</Words>
  <Application>Microsoft Office PowerPoint</Application>
  <PresentationFormat>On-screen Show (16:9)</PresentationFormat>
  <Paragraphs>50</Paragraphs>
  <Slides>17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JetBrains Mono</vt:lpstr>
      <vt:lpstr>Myriad Pro</vt:lpstr>
      <vt:lpstr>Open Sans</vt:lpstr>
      <vt:lpstr>PS TT Commons</vt:lpstr>
      <vt:lpstr>PS TT Commons DemiBold</vt:lpstr>
      <vt:lpstr>Segoe Pro</vt:lpstr>
      <vt:lpstr>Segoe UI</vt:lpstr>
      <vt:lpstr>Standard_LiveLessons_2017</vt:lpstr>
      <vt:lpstr>PowerPoint Presentation</vt:lpstr>
      <vt:lpstr>Tim Warner</vt:lpstr>
      <vt:lpstr>Learning Goals</vt:lpstr>
      <vt:lpstr>Course Flow (Central Time Zone)</vt:lpstr>
      <vt:lpstr>Course materials</vt:lpstr>
      <vt:lpstr>GitHub Enterprise Cloud (GHEC)</vt:lpstr>
      <vt:lpstr>Session Recording + Badge</vt:lpstr>
      <vt:lpstr>Session Recording + Badge</vt:lpstr>
      <vt:lpstr>Session Recording + Badge</vt:lpstr>
      <vt:lpstr>Session Recording + Badge</vt:lpstr>
      <vt:lpstr>Tim's IT Certification Study Model</vt:lpstr>
      <vt:lpstr>Keeping an LLM on task be like…</vt:lpstr>
      <vt:lpstr>GPT Basic Architecture</vt:lpstr>
      <vt:lpstr>Neural Network</vt:lpstr>
      <vt:lpstr>Context Length</vt:lpstr>
      <vt:lpstr>Model Context Protocol (MCP) by Anthropic</vt:lpstr>
      <vt:lpstr>Thank you!</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70</cp:revision>
  <dcterms:created xsi:type="dcterms:W3CDTF">2015-09-28T19:52:00Z</dcterms:created>
  <dcterms:modified xsi:type="dcterms:W3CDTF">2025-05-22T18:58:13Z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